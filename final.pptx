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72" r:id="rId1"/>
  </p:sldMasterIdLst>
  <p:sldIdLst>
    <p:sldId id="256" r:id="rId2"/>
    <p:sldId id="257" r:id="rId3"/>
    <p:sldId id="258" r:id="rId4"/>
    <p:sldId id="259" r:id="rId5"/>
    <p:sldId id="260" r:id="rId6"/>
    <p:sldId id="261" r:id="rId7"/>
    <p:sldId id="262" r:id="rId8"/>
    <p:sldId id="263" r:id="rId9"/>
    <p:sldId id="273" r:id="rId10"/>
    <p:sldId id="264" r:id="rId11"/>
    <p:sldId id="265" r:id="rId12"/>
    <p:sldId id="268" r:id="rId13"/>
    <p:sldId id="272"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ata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ata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_rels/drawing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 Id="rId4" Type="http://schemas.openxmlformats.org/officeDocument/2006/relationships/image" Target="../media/image13.svg"/></Relationships>
</file>

<file path=ppt/diagrams/_rels/drawing1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svg"/><Relationship Id="rId1" Type="http://schemas.openxmlformats.org/officeDocument/2006/relationships/image" Target="../media/image14.svg"/><Relationship Id="rId5" Type="http://schemas.openxmlformats.org/officeDocument/2006/relationships/image" Target="../media/image18.svg"/><Relationship Id="rId4" Type="http://schemas.openxmlformats.org/officeDocument/2006/relationships/image" Target="../media/image17.sv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2AAE66E-8107-4329-8614-F8FD370A6FDF}" type="doc">
      <dgm:prSet loTypeId="urn:microsoft.com/office/officeart/2005/8/layout/hierarchy3" loCatId="hierarchy" qsTypeId="urn:microsoft.com/office/officeart/2005/8/quickstyle/simple1" qsCatId="simple" csTypeId="urn:microsoft.com/office/officeart/2005/8/colors/accent0_3" csCatId="mainScheme"/>
      <dgm:spPr/>
      <dgm:t>
        <a:bodyPr/>
        <a:lstStyle/>
        <a:p>
          <a:endParaRPr lang="en-US"/>
        </a:p>
      </dgm:t>
    </dgm:pt>
    <dgm:pt modelId="{BBBB4CCB-1D75-4DD1-BC33-1DA2F59E764F}">
      <dgm:prSet/>
      <dgm:spPr/>
      <dgm:t>
        <a:bodyPr/>
        <a:lstStyle/>
        <a:p>
          <a:r>
            <a:rPr lang="en-US" b="1"/>
            <a:t>NetworkMiner is a network forensics tool used to analyze packet capture files (PCAP) and extract evidence such as files, images, credentials, and communications.</a:t>
          </a:r>
          <a:endParaRPr lang="en-US"/>
        </a:p>
      </dgm:t>
    </dgm:pt>
    <dgm:pt modelId="{5F2730C5-EAD9-461E-AD3A-7B8B9CC70A11}" type="parTrans" cxnId="{90FC1993-18FF-46E2-BCFA-3D4D0F4C461C}">
      <dgm:prSet/>
      <dgm:spPr/>
      <dgm:t>
        <a:bodyPr/>
        <a:lstStyle/>
        <a:p>
          <a:endParaRPr lang="en-US"/>
        </a:p>
      </dgm:t>
    </dgm:pt>
    <dgm:pt modelId="{D520436A-691C-4CF5-8BB2-19036B8DC3E0}" type="sibTrans" cxnId="{90FC1993-18FF-46E2-BCFA-3D4D0F4C461C}">
      <dgm:prSet/>
      <dgm:spPr/>
      <dgm:t>
        <a:bodyPr/>
        <a:lstStyle/>
        <a:p>
          <a:endParaRPr lang="en-US"/>
        </a:p>
      </dgm:t>
    </dgm:pt>
    <dgm:pt modelId="{7549A274-AE33-41EE-AFA0-C8C1054F9590}">
      <dgm:prSet/>
      <dgm:spPr/>
      <dgm:t>
        <a:bodyPr/>
        <a:lstStyle/>
        <a:p>
          <a:r>
            <a:rPr lang="en-US" b="1"/>
            <a:t>It operates passively, so it does not interfere with the network and is suitable for forensic investigations.</a:t>
          </a:r>
          <a:endParaRPr lang="en-US"/>
        </a:p>
      </dgm:t>
    </dgm:pt>
    <dgm:pt modelId="{9A8718C5-F0F1-4357-B58F-3DBB394E8061}" type="parTrans" cxnId="{D25E358B-F743-4B01-9CB4-E89826677D69}">
      <dgm:prSet/>
      <dgm:spPr/>
      <dgm:t>
        <a:bodyPr/>
        <a:lstStyle/>
        <a:p>
          <a:endParaRPr lang="en-US"/>
        </a:p>
      </dgm:t>
    </dgm:pt>
    <dgm:pt modelId="{EC28766A-ABEF-438D-9F1F-A0143E7B776C}" type="sibTrans" cxnId="{D25E358B-F743-4B01-9CB4-E89826677D69}">
      <dgm:prSet/>
      <dgm:spPr/>
      <dgm:t>
        <a:bodyPr/>
        <a:lstStyle/>
        <a:p>
          <a:endParaRPr lang="en-US"/>
        </a:p>
      </dgm:t>
    </dgm:pt>
    <dgm:pt modelId="{202416A4-543D-4866-AB92-BEE10DB5D0B4}" type="pres">
      <dgm:prSet presAssocID="{D2AAE66E-8107-4329-8614-F8FD370A6FDF}" presName="diagram" presStyleCnt="0">
        <dgm:presLayoutVars>
          <dgm:chPref val="1"/>
          <dgm:dir/>
          <dgm:animOne val="branch"/>
          <dgm:animLvl val="lvl"/>
          <dgm:resizeHandles/>
        </dgm:presLayoutVars>
      </dgm:prSet>
      <dgm:spPr/>
    </dgm:pt>
    <dgm:pt modelId="{BBEA26F7-10B4-476B-A44E-A5184865DF89}" type="pres">
      <dgm:prSet presAssocID="{BBBB4CCB-1D75-4DD1-BC33-1DA2F59E764F}" presName="root" presStyleCnt="0"/>
      <dgm:spPr/>
    </dgm:pt>
    <dgm:pt modelId="{645ED3EA-C2A8-4984-8477-08D39C7CA4E9}" type="pres">
      <dgm:prSet presAssocID="{BBBB4CCB-1D75-4DD1-BC33-1DA2F59E764F}" presName="rootComposite" presStyleCnt="0"/>
      <dgm:spPr/>
    </dgm:pt>
    <dgm:pt modelId="{2368003B-7CED-40D4-B583-D71C10BA1AD7}" type="pres">
      <dgm:prSet presAssocID="{BBBB4CCB-1D75-4DD1-BC33-1DA2F59E764F}" presName="rootText" presStyleLbl="node1" presStyleIdx="0" presStyleCnt="2"/>
      <dgm:spPr/>
    </dgm:pt>
    <dgm:pt modelId="{3E4B8A9A-9EB9-47E1-A792-9980EAF9FE73}" type="pres">
      <dgm:prSet presAssocID="{BBBB4CCB-1D75-4DD1-BC33-1DA2F59E764F}" presName="rootConnector" presStyleLbl="node1" presStyleIdx="0" presStyleCnt="2"/>
      <dgm:spPr/>
    </dgm:pt>
    <dgm:pt modelId="{B4390ECC-BCB7-43BE-8F22-463BC47315C9}" type="pres">
      <dgm:prSet presAssocID="{BBBB4CCB-1D75-4DD1-BC33-1DA2F59E764F}" presName="childShape" presStyleCnt="0"/>
      <dgm:spPr/>
    </dgm:pt>
    <dgm:pt modelId="{99ADECB8-C717-430A-AA4B-8308FD215527}" type="pres">
      <dgm:prSet presAssocID="{7549A274-AE33-41EE-AFA0-C8C1054F9590}" presName="root" presStyleCnt="0"/>
      <dgm:spPr/>
    </dgm:pt>
    <dgm:pt modelId="{F5E05D1B-7E34-49D3-AED7-3D065FAF2347}" type="pres">
      <dgm:prSet presAssocID="{7549A274-AE33-41EE-AFA0-C8C1054F9590}" presName="rootComposite" presStyleCnt="0"/>
      <dgm:spPr/>
    </dgm:pt>
    <dgm:pt modelId="{150C48DE-EF0A-4BA6-B40E-AF288B2A718B}" type="pres">
      <dgm:prSet presAssocID="{7549A274-AE33-41EE-AFA0-C8C1054F9590}" presName="rootText" presStyleLbl="node1" presStyleIdx="1" presStyleCnt="2"/>
      <dgm:spPr/>
    </dgm:pt>
    <dgm:pt modelId="{640B89AB-7079-48E5-9EE8-B0F4666DEF6F}" type="pres">
      <dgm:prSet presAssocID="{7549A274-AE33-41EE-AFA0-C8C1054F9590}" presName="rootConnector" presStyleLbl="node1" presStyleIdx="1" presStyleCnt="2"/>
      <dgm:spPr/>
    </dgm:pt>
    <dgm:pt modelId="{175701CB-B532-4DEE-B0AB-D8AA0C7E14B7}" type="pres">
      <dgm:prSet presAssocID="{7549A274-AE33-41EE-AFA0-C8C1054F9590}" presName="childShape" presStyleCnt="0"/>
      <dgm:spPr/>
    </dgm:pt>
  </dgm:ptLst>
  <dgm:cxnLst>
    <dgm:cxn modelId="{F53AA91D-C345-48DC-9FB3-BE3D1621CBFA}" type="presOf" srcId="{BBBB4CCB-1D75-4DD1-BC33-1DA2F59E764F}" destId="{2368003B-7CED-40D4-B583-D71C10BA1AD7}" srcOrd="0" destOrd="0" presId="urn:microsoft.com/office/officeart/2005/8/layout/hierarchy3"/>
    <dgm:cxn modelId="{A7A8FB53-F26D-4CBB-BBFB-372F19BD6E87}" type="presOf" srcId="{7549A274-AE33-41EE-AFA0-C8C1054F9590}" destId="{640B89AB-7079-48E5-9EE8-B0F4666DEF6F}" srcOrd="1" destOrd="0" presId="urn:microsoft.com/office/officeart/2005/8/layout/hierarchy3"/>
    <dgm:cxn modelId="{D25E358B-F743-4B01-9CB4-E89826677D69}" srcId="{D2AAE66E-8107-4329-8614-F8FD370A6FDF}" destId="{7549A274-AE33-41EE-AFA0-C8C1054F9590}" srcOrd="1" destOrd="0" parTransId="{9A8718C5-F0F1-4357-B58F-3DBB394E8061}" sibTransId="{EC28766A-ABEF-438D-9F1F-A0143E7B776C}"/>
    <dgm:cxn modelId="{90FC1993-18FF-46E2-BCFA-3D4D0F4C461C}" srcId="{D2AAE66E-8107-4329-8614-F8FD370A6FDF}" destId="{BBBB4CCB-1D75-4DD1-BC33-1DA2F59E764F}" srcOrd="0" destOrd="0" parTransId="{5F2730C5-EAD9-461E-AD3A-7B8B9CC70A11}" sibTransId="{D520436A-691C-4CF5-8BB2-19036B8DC3E0}"/>
    <dgm:cxn modelId="{D7CA04A4-B3D3-4117-9513-C4C0AA03826F}" type="presOf" srcId="{D2AAE66E-8107-4329-8614-F8FD370A6FDF}" destId="{202416A4-543D-4866-AB92-BEE10DB5D0B4}" srcOrd="0" destOrd="0" presId="urn:microsoft.com/office/officeart/2005/8/layout/hierarchy3"/>
    <dgm:cxn modelId="{84C618B2-B396-49D1-BF4D-DFE8DB12E2D1}" type="presOf" srcId="{7549A274-AE33-41EE-AFA0-C8C1054F9590}" destId="{150C48DE-EF0A-4BA6-B40E-AF288B2A718B}" srcOrd="0" destOrd="0" presId="urn:microsoft.com/office/officeart/2005/8/layout/hierarchy3"/>
    <dgm:cxn modelId="{A81AAFF6-5FFC-4B2E-9865-90E599CBEB53}" type="presOf" srcId="{BBBB4CCB-1D75-4DD1-BC33-1DA2F59E764F}" destId="{3E4B8A9A-9EB9-47E1-A792-9980EAF9FE73}" srcOrd="1" destOrd="0" presId="urn:microsoft.com/office/officeart/2005/8/layout/hierarchy3"/>
    <dgm:cxn modelId="{79D1F76E-3820-4635-93CC-7B86D35C9A34}" type="presParOf" srcId="{202416A4-543D-4866-AB92-BEE10DB5D0B4}" destId="{BBEA26F7-10B4-476B-A44E-A5184865DF89}" srcOrd="0" destOrd="0" presId="urn:microsoft.com/office/officeart/2005/8/layout/hierarchy3"/>
    <dgm:cxn modelId="{6CDCACF7-956E-45CE-8845-3F80546E992B}" type="presParOf" srcId="{BBEA26F7-10B4-476B-A44E-A5184865DF89}" destId="{645ED3EA-C2A8-4984-8477-08D39C7CA4E9}" srcOrd="0" destOrd="0" presId="urn:microsoft.com/office/officeart/2005/8/layout/hierarchy3"/>
    <dgm:cxn modelId="{869C944C-6A0F-40AF-BE24-42CEB2EFA6A4}" type="presParOf" srcId="{645ED3EA-C2A8-4984-8477-08D39C7CA4E9}" destId="{2368003B-7CED-40D4-B583-D71C10BA1AD7}" srcOrd="0" destOrd="0" presId="urn:microsoft.com/office/officeart/2005/8/layout/hierarchy3"/>
    <dgm:cxn modelId="{6EC87B19-67B8-4211-8792-0D8CAB81C903}" type="presParOf" srcId="{645ED3EA-C2A8-4984-8477-08D39C7CA4E9}" destId="{3E4B8A9A-9EB9-47E1-A792-9980EAF9FE73}" srcOrd="1" destOrd="0" presId="urn:microsoft.com/office/officeart/2005/8/layout/hierarchy3"/>
    <dgm:cxn modelId="{4EA7A4AE-2DE1-4402-A873-6414168C7741}" type="presParOf" srcId="{BBEA26F7-10B4-476B-A44E-A5184865DF89}" destId="{B4390ECC-BCB7-43BE-8F22-463BC47315C9}" srcOrd="1" destOrd="0" presId="urn:microsoft.com/office/officeart/2005/8/layout/hierarchy3"/>
    <dgm:cxn modelId="{532D345E-2808-4B83-9B1A-89D1FD927C28}" type="presParOf" srcId="{202416A4-543D-4866-AB92-BEE10DB5D0B4}" destId="{99ADECB8-C717-430A-AA4B-8308FD215527}" srcOrd="1" destOrd="0" presId="urn:microsoft.com/office/officeart/2005/8/layout/hierarchy3"/>
    <dgm:cxn modelId="{B2C0020C-DE73-4F9E-8657-679069BCECEE}" type="presParOf" srcId="{99ADECB8-C717-430A-AA4B-8308FD215527}" destId="{F5E05D1B-7E34-49D3-AED7-3D065FAF2347}" srcOrd="0" destOrd="0" presId="urn:microsoft.com/office/officeart/2005/8/layout/hierarchy3"/>
    <dgm:cxn modelId="{31AABFCB-F13E-4115-8AED-2E0384C7BE4D}" type="presParOf" srcId="{F5E05D1B-7E34-49D3-AED7-3D065FAF2347}" destId="{150C48DE-EF0A-4BA6-B40E-AF288B2A718B}" srcOrd="0" destOrd="0" presId="urn:microsoft.com/office/officeart/2005/8/layout/hierarchy3"/>
    <dgm:cxn modelId="{4613F923-CA14-405E-B200-A0C12F5F9675}" type="presParOf" srcId="{F5E05D1B-7E34-49D3-AED7-3D065FAF2347}" destId="{640B89AB-7079-48E5-9EE8-B0F4666DEF6F}" srcOrd="1" destOrd="0" presId="urn:microsoft.com/office/officeart/2005/8/layout/hierarchy3"/>
    <dgm:cxn modelId="{B476EF69-6083-42CF-92AE-283A07639048}" type="presParOf" srcId="{99ADECB8-C717-430A-AA4B-8308FD215527}" destId="{175701CB-B532-4DEE-B0AB-D8AA0C7E14B7}"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FFF952-B93A-42A8-9864-E02E4FD79075}" type="doc">
      <dgm:prSet loTypeId="urn:microsoft.com/office/officeart/2005/8/layout/vList2" loCatId="list" qsTypeId="urn:microsoft.com/office/officeart/2005/8/quickstyle/simple1" qsCatId="simple" csTypeId="urn:microsoft.com/office/officeart/2005/8/colors/accent5_2" csCatId="accent5"/>
      <dgm:spPr/>
      <dgm:t>
        <a:bodyPr/>
        <a:lstStyle/>
        <a:p>
          <a:endParaRPr lang="en-US"/>
        </a:p>
      </dgm:t>
    </dgm:pt>
    <dgm:pt modelId="{BC574264-03A9-432C-8014-80E3F32D1318}">
      <dgm:prSet/>
      <dgm:spPr/>
      <dgm:t>
        <a:bodyPr/>
        <a:lstStyle/>
        <a:p>
          <a:r>
            <a:rPr lang="en-US" b="1"/>
            <a:t>NetworkMiner is used in:</a:t>
          </a:r>
          <a:endParaRPr lang="en-US"/>
        </a:p>
      </dgm:t>
    </dgm:pt>
    <dgm:pt modelId="{78245012-3B40-4052-A145-B8FBC64D26EB}" type="parTrans" cxnId="{5E6A45A9-66FB-4659-AF35-DDD42DE8FEEA}">
      <dgm:prSet/>
      <dgm:spPr/>
      <dgm:t>
        <a:bodyPr/>
        <a:lstStyle/>
        <a:p>
          <a:endParaRPr lang="en-US"/>
        </a:p>
      </dgm:t>
    </dgm:pt>
    <dgm:pt modelId="{674691C8-0D95-43AB-99BF-38DAEFD6395D}" type="sibTrans" cxnId="{5E6A45A9-66FB-4659-AF35-DDD42DE8FEEA}">
      <dgm:prSet/>
      <dgm:spPr/>
      <dgm:t>
        <a:bodyPr/>
        <a:lstStyle/>
        <a:p>
          <a:endParaRPr lang="en-US"/>
        </a:p>
      </dgm:t>
    </dgm:pt>
    <dgm:pt modelId="{B9286F43-4B18-475A-AC70-306018E429D2}">
      <dgm:prSet/>
      <dgm:spPr/>
      <dgm:t>
        <a:bodyPr/>
        <a:lstStyle/>
        <a:p>
          <a:r>
            <a:rPr lang="en-US" b="1"/>
            <a:t>1. Cybercrime investigations</a:t>
          </a:r>
          <a:endParaRPr lang="en-US"/>
        </a:p>
      </dgm:t>
    </dgm:pt>
    <dgm:pt modelId="{82837CC0-C175-4B58-9DE2-22A6B52CEB55}" type="parTrans" cxnId="{CDFD99B6-2854-4FC1-B3E1-C927BE7F7A8C}">
      <dgm:prSet/>
      <dgm:spPr/>
      <dgm:t>
        <a:bodyPr/>
        <a:lstStyle/>
        <a:p>
          <a:endParaRPr lang="en-US"/>
        </a:p>
      </dgm:t>
    </dgm:pt>
    <dgm:pt modelId="{E0279898-A9C1-4B3D-A6A4-5FF17C0B2DE2}" type="sibTrans" cxnId="{CDFD99B6-2854-4FC1-B3E1-C927BE7F7A8C}">
      <dgm:prSet/>
      <dgm:spPr/>
      <dgm:t>
        <a:bodyPr/>
        <a:lstStyle/>
        <a:p>
          <a:endParaRPr lang="en-US"/>
        </a:p>
      </dgm:t>
    </dgm:pt>
    <dgm:pt modelId="{8672748F-8E75-4463-B53A-FA742B22EB64}">
      <dgm:prSet/>
      <dgm:spPr/>
      <dgm:t>
        <a:bodyPr/>
        <a:lstStyle/>
        <a:p>
          <a:r>
            <a:rPr lang="en-US" b="1"/>
            <a:t>2</a:t>
          </a:r>
          <a:r>
            <a:rPr lang="en-US"/>
            <a:t>. </a:t>
          </a:r>
          <a:r>
            <a:rPr lang="en-US" b="1"/>
            <a:t>Data leak detection</a:t>
          </a:r>
          <a:endParaRPr lang="en-US"/>
        </a:p>
      </dgm:t>
    </dgm:pt>
    <dgm:pt modelId="{88FA3208-7240-40EF-AB9C-01B63EA109DE}" type="parTrans" cxnId="{24C2EC78-5232-4176-B2DF-0DC5B69720FF}">
      <dgm:prSet/>
      <dgm:spPr/>
      <dgm:t>
        <a:bodyPr/>
        <a:lstStyle/>
        <a:p>
          <a:endParaRPr lang="en-US"/>
        </a:p>
      </dgm:t>
    </dgm:pt>
    <dgm:pt modelId="{128BD6CE-31AC-462D-94B8-55BF70CAC8C1}" type="sibTrans" cxnId="{24C2EC78-5232-4176-B2DF-0DC5B69720FF}">
      <dgm:prSet/>
      <dgm:spPr/>
      <dgm:t>
        <a:bodyPr/>
        <a:lstStyle/>
        <a:p>
          <a:endParaRPr lang="en-US"/>
        </a:p>
      </dgm:t>
    </dgm:pt>
    <dgm:pt modelId="{FE5FFE82-B0AE-433F-9C02-BC811A5B6B81}">
      <dgm:prSet/>
      <dgm:spPr/>
      <dgm:t>
        <a:bodyPr/>
        <a:lstStyle/>
        <a:p>
          <a:r>
            <a:rPr lang="en-US" b="1"/>
            <a:t>3. Analysis of malicious communications</a:t>
          </a:r>
          <a:endParaRPr lang="en-US"/>
        </a:p>
      </dgm:t>
    </dgm:pt>
    <dgm:pt modelId="{E92D63CB-0D39-4B84-B94F-AC1E483A0AAA}" type="parTrans" cxnId="{2BBFEA69-3D47-4811-A7A9-68B3C9E5B5DB}">
      <dgm:prSet/>
      <dgm:spPr/>
      <dgm:t>
        <a:bodyPr/>
        <a:lstStyle/>
        <a:p>
          <a:endParaRPr lang="en-US"/>
        </a:p>
      </dgm:t>
    </dgm:pt>
    <dgm:pt modelId="{5368BC69-BBCA-4BBC-A557-6842FBA2E407}" type="sibTrans" cxnId="{2BBFEA69-3D47-4811-A7A9-68B3C9E5B5DB}">
      <dgm:prSet/>
      <dgm:spPr/>
      <dgm:t>
        <a:bodyPr/>
        <a:lstStyle/>
        <a:p>
          <a:endParaRPr lang="en-US"/>
        </a:p>
      </dgm:t>
    </dgm:pt>
    <dgm:pt modelId="{7C4473BF-F366-47A2-8A2F-96A951E3A55A}">
      <dgm:prSet/>
      <dgm:spPr/>
      <dgm:t>
        <a:bodyPr/>
        <a:lstStyle/>
        <a:p>
          <a:r>
            <a:rPr lang="en-US" b="1"/>
            <a:t>4</a:t>
          </a:r>
          <a:r>
            <a:rPr lang="en-US"/>
            <a:t>. </a:t>
          </a:r>
          <a:r>
            <a:rPr lang="en-US" b="1"/>
            <a:t>Insider Threat Investigations</a:t>
          </a:r>
          <a:endParaRPr lang="en-US"/>
        </a:p>
      </dgm:t>
    </dgm:pt>
    <dgm:pt modelId="{65F5E008-612E-48CC-A05D-14D000F024D8}" type="parTrans" cxnId="{FC360FE3-C961-46BA-84EA-A1097BC6EF90}">
      <dgm:prSet/>
      <dgm:spPr/>
      <dgm:t>
        <a:bodyPr/>
        <a:lstStyle/>
        <a:p>
          <a:endParaRPr lang="en-US"/>
        </a:p>
      </dgm:t>
    </dgm:pt>
    <dgm:pt modelId="{F6F6B390-B85D-45E7-AC33-43935AF3F978}" type="sibTrans" cxnId="{FC360FE3-C961-46BA-84EA-A1097BC6EF90}">
      <dgm:prSet/>
      <dgm:spPr/>
      <dgm:t>
        <a:bodyPr/>
        <a:lstStyle/>
        <a:p>
          <a:endParaRPr lang="en-US"/>
        </a:p>
      </dgm:t>
    </dgm:pt>
    <dgm:pt modelId="{FD4C45E6-7B46-4D84-AF3C-23082ABFE19F}">
      <dgm:prSet/>
      <dgm:spPr/>
      <dgm:t>
        <a:bodyPr/>
        <a:lstStyle/>
        <a:p>
          <a:r>
            <a:rPr lang="en-US" b="1"/>
            <a:t>This is particularly useful when endpoint data is missing or has been intentionally deleted.</a:t>
          </a:r>
          <a:endParaRPr lang="en-US"/>
        </a:p>
      </dgm:t>
    </dgm:pt>
    <dgm:pt modelId="{E7271921-C511-4F2C-A224-CEC9F7E56EAE}" type="parTrans" cxnId="{C96787CF-5D84-4D92-9872-D0BCF101778D}">
      <dgm:prSet/>
      <dgm:spPr/>
      <dgm:t>
        <a:bodyPr/>
        <a:lstStyle/>
        <a:p>
          <a:endParaRPr lang="en-US"/>
        </a:p>
      </dgm:t>
    </dgm:pt>
    <dgm:pt modelId="{EB4B9565-92AC-4222-A2B8-3D5C353912BF}" type="sibTrans" cxnId="{C96787CF-5D84-4D92-9872-D0BCF101778D}">
      <dgm:prSet/>
      <dgm:spPr/>
      <dgm:t>
        <a:bodyPr/>
        <a:lstStyle/>
        <a:p>
          <a:endParaRPr lang="en-US"/>
        </a:p>
      </dgm:t>
    </dgm:pt>
    <dgm:pt modelId="{B66AF439-3F20-430B-B7BF-76A83396C59F}" type="pres">
      <dgm:prSet presAssocID="{D0FFF952-B93A-42A8-9864-E02E4FD79075}" presName="linear" presStyleCnt="0">
        <dgm:presLayoutVars>
          <dgm:animLvl val="lvl"/>
          <dgm:resizeHandles val="exact"/>
        </dgm:presLayoutVars>
      </dgm:prSet>
      <dgm:spPr/>
    </dgm:pt>
    <dgm:pt modelId="{FBED88A2-BF56-4CA5-A25B-DEA04F78D405}" type="pres">
      <dgm:prSet presAssocID="{BC574264-03A9-432C-8014-80E3F32D1318}" presName="parentText" presStyleLbl="node1" presStyleIdx="0" presStyleCnt="6">
        <dgm:presLayoutVars>
          <dgm:chMax val="0"/>
          <dgm:bulletEnabled val="1"/>
        </dgm:presLayoutVars>
      </dgm:prSet>
      <dgm:spPr/>
    </dgm:pt>
    <dgm:pt modelId="{A3C964B2-6CB0-4D5C-9945-BE9F1289CF18}" type="pres">
      <dgm:prSet presAssocID="{674691C8-0D95-43AB-99BF-38DAEFD6395D}" presName="spacer" presStyleCnt="0"/>
      <dgm:spPr/>
    </dgm:pt>
    <dgm:pt modelId="{79711BFA-0B45-4BBB-9CB9-CB8397488AB3}" type="pres">
      <dgm:prSet presAssocID="{B9286F43-4B18-475A-AC70-306018E429D2}" presName="parentText" presStyleLbl="node1" presStyleIdx="1" presStyleCnt="6">
        <dgm:presLayoutVars>
          <dgm:chMax val="0"/>
          <dgm:bulletEnabled val="1"/>
        </dgm:presLayoutVars>
      </dgm:prSet>
      <dgm:spPr/>
    </dgm:pt>
    <dgm:pt modelId="{C598A39E-4716-4796-A8B0-FAAE499B0041}" type="pres">
      <dgm:prSet presAssocID="{E0279898-A9C1-4B3D-A6A4-5FF17C0B2DE2}" presName="spacer" presStyleCnt="0"/>
      <dgm:spPr/>
    </dgm:pt>
    <dgm:pt modelId="{EEDD7CB1-19F5-427A-A7DB-69CFDCFB999A}" type="pres">
      <dgm:prSet presAssocID="{8672748F-8E75-4463-B53A-FA742B22EB64}" presName="parentText" presStyleLbl="node1" presStyleIdx="2" presStyleCnt="6">
        <dgm:presLayoutVars>
          <dgm:chMax val="0"/>
          <dgm:bulletEnabled val="1"/>
        </dgm:presLayoutVars>
      </dgm:prSet>
      <dgm:spPr/>
    </dgm:pt>
    <dgm:pt modelId="{45511191-81E9-499C-B0E8-8E4FC00EDBF5}" type="pres">
      <dgm:prSet presAssocID="{128BD6CE-31AC-462D-94B8-55BF70CAC8C1}" presName="spacer" presStyleCnt="0"/>
      <dgm:spPr/>
    </dgm:pt>
    <dgm:pt modelId="{2DCAD262-F71C-4266-B139-AECE92DCF233}" type="pres">
      <dgm:prSet presAssocID="{FE5FFE82-B0AE-433F-9C02-BC811A5B6B81}" presName="parentText" presStyleLbl="node1" presStyleIdx="3" presStyleCnt="6">
        <dgm:presLayoutVars>
          <dgm:chMax val="0"/>
          <dgm:bulletEnabled val="1"/>
        </dgm:presLayoutVars>
      </dgm:prSet>
      <dgm:spPr/>
    </dgm:pt>
    <dgm:pt modelId="{9EB8F91D-ABBD-4B78-8BA6-96FF38CAABFB}" type="pres">
      <dgm:prSet presAssocID="{5368BC69-BBCA-4BBC-A557-6842FBA2E407}" presName="spacer" presStyleCnt="0"/>
      <dgm:spPr/>
    </dgm:pt>
    <dgm:pt modelId="{0A358EE7-696E-45A1-B16B-5F86C715DFEC}" type="pres">
      <dgm:prSet presAssocID="{7C4473BF-F366-47A2-8A2F-96A951E3A55A}" presName="parentText" presStyleLbl="node1" presStyleIdx="4" presStyleCnt="6">
        <dgm:presLayoutVars>
          <dgm:chMax val="0"/>
          <dgm:bulletEnabled val="1"/>
        </dgm:presLayoutVars>
      </dgm:prSet>
      <dgm:spPr/>
    </dgm:pt>
    <dgm:pt modelId="{E4820630-DB3D-4796-934D-3C892D6F19E7}" type="pres">
      <dgm:prSet presAssocID="{F6F6B390-B85D-45E7-AC33-43935AF3F978}" presName="spacer" presStyleCnt="0"/>
      <dgm:spPr/>
    </dgm:pt>
    <dgm:pt modelId="{580AD7D6-240F-43B4-8A32-90031DAE1559}" type="pres">
      <dgm:prSet presAssocID="{FD4C45E6-7B46-4D84-AF3C-23082ABFE19F}" presName="parentText" presStyleLbl="node1" presStyleIdx="5" presStyleCnt="6">
        <dgm:presLayoutVars>
          <dgm:chMax val="0"/>
          <dgm:bulletEnabled val="1"/>
        </dgm:presLayoutVars>
      </dgm:prSet>
      <dgm:spPr/>
    </dgm:pt>
  </dgm:ptLst>
  <dgm:cxnLst>
    <dgm:cxn modelId="{B53CC067-D768-46DE-8957-12180E092F89}" type="presOf" srcId="{8672748F-8E75-4463-B53A-FA742B22EB64}" destId="{EEDD7CB1-19F5-427A-A7DB-69CFDCFB999A}" srcOrd="0" destOrd="0" presId="urn:microsoft.com/office/officeart/2005/8/layout/vList2"/>
    <dgm:cxn modelId="{2BBFEA69-3D47-4811-A7A9-68B3C9E5B5DB}" srcId="{D0FFF952-B93A-42A8-9864-E02E4FD79075}" destId="{FE5FFE82-B0AE-433F-9C02-BC811A5B6B81}" srcOrd="3" destOrd="0" parTransId="{E92D63CB-0D39-4B84-B94F-AC1E483A0AAA}" sibTransId="{5368BC69-BBCA-4BBC-A557-6842FBA2E407}"/>
    <dgm:cxn modelId="{7EDAB256-1D8E-43A6-B5D9-56CB4297997D}" type="presOf" srcId="{B9286F43-4B18-475A-AC70-306018E429D2}" destId="{79711BFA-0B45-4BBB-9CB9-CB8397488AB3}" srcOrd="0" destOrd="0" presId="urn:microsoft.com/office/officeart/2005/8/layout/vList2"/>
    <dgm:cxn modelId="{24C2EC78-5232-4176-B2DF-0DC5B69720FF}" srcId="{D0FFF952-B93A-42A8-9864-E02E4FD79075}" destId="{8672748F-8E75-4463-B53A-FA742B22EB64}" srcOrd="2" destOrd="0" parTransId="{88FA3208-7240-40EF-AB9C-01B63EA109DE}" sibTransId="{128BD6CE-31AC-462D-94B8-55BF70CAC8C1}"/>
    <dgm:cxn modelId="{BC318D7C-1274-491C-9764-B1B3A4A396F5}" type="presOf" srcId="{BC574264-03A9-432C-8014-80E3F32D1318}" destId="{FBED88A2-BF56-4CA5-A25B-DEA04F78D405}" srcOrd="0" destOrd="0" presId="urn:microsoft.com/office/officeart/2005/8/layout/vList2"/>
    <dgm:cxn modelId="{5E6A45A9-66FB-4659-AF35-DDD42DE8FEEA}" srcId="{D0FFF952-B93A-42A8-9864-E02E4FD79075}" destId="{BC574264-03A9-432C-8014-80E3F32D1318}" srcOrd="0" destOrd="0" parTransId="{78245012-3B40-4052-A145-B8FBC64D26EB}" sibTransId="{674691C8-0D95-43AB-99BF-38DAEFD6395D}"/>
    <dgm:cxn modelId="{CDB44FB4-849D-4A6B-B65B-95A0EA3F9EA9}" type="presOf" srcId="{7C4473BF-F366-47A2-8A2F-96A951E3A55A}" destId="{0A358EE7-696E-45A1-B16B-5F86C715DFEC}" srcOrd="0" destOrd="0" presId="urn:microsoft.com/office/officeart/2005/8/layout/vList2"/>
    <dgm:cxn modelId="{CDFD99B6-2854-4FC1-B3E1-C927BE7F7A8C}" srcId="{D0FFF952-B93A-42A8-9864-E02E4FD79075}" destId="{B9286F43-4B18-475A-AC70-306018E429D2}" srcOrd="1" destOrd="0" parTransId="{82837CC0-C175-4B58-9DE2-22A6B52CEB55}" sibTransId="{E0279898-A9C1-4B3D-A6A4-5FF17C0B2DE2}"/>
    <dgm:cxn modelId="{EBA041C2-D425-4298-87E0-CEFE5B6CC64D}" type="presOf" srcId="{FE5FFE82-B0AE-433F-9C02-BC811A5B6B81}" destId="{2DCAD262-F71C-4266-B139-AECE92DCF233}" srcOrd="0" destOrd="0" presId="urn:microsoft.com/office/officeart/2005/8/layout/vList2"/>
    <dgm:cxn modelId="{C96787CF-5D84-4D92-9872-D0BCF101778D}" srcId="{D0FFF952-B93A-42A8-9864-E02E4FD79075}" destId="{FD4C45E6-7B46-4D84-AF3C-23082ABFE19F}" srcOrd="5" destOrd="0" parTransId="{E7271921-C511-4F2C-A224-CEC9F7E56EAE}" sibTransId="{EB4B9565-92AC-4222-A2B8-3D5C353912BF}"/>
    <dgm:cxn modelId="{97EA9CD9-DC06-4728-A6F8-BAD599046950}" type="presOf" srcId="{D0FFF952-B93A-42A8-9864-E02E4FD79075}" destId="{B66AF439-3F20-430B-B7BF-76A83396C59F}" srcOrd="0" destOrd="0" presId="urn:microsoft.com/office/officeart/2005/8/layout/vList2"/>
    <dgm:cxn modelId="{FC360FE3-C961-46BA-84EA-A1097BC6EF90}" srcId="{D0FFF952-B93A-42A8-9864-E02E4FD79075}" destId="{7C4473BF-F366-47A2-8A2F-96A951E3A55A}" srcOrd="4" destOrd="0" parTransId="{65F5E008-612E-48CC-A05D-14D000F024D8}" sibTransId="{F6F6B390-B85D-45E7-AC33-43935AF3F978}"/>
    <dgm:cxn modelId="{D4C078FB-0024-43EA-85BB-52AE6FAD0FE4}" type="presOf" srcId="{FD4C45E6-7B46-4D84-AF3C-23082ABFE19F}" destId="{580AD7D6-240F-43B4-8A32-90031DAE1559}" srcOrd="0" destOrd="0" presId="urn:microsoft.com/office/officeart/2005/8/layout/vList2"/>
    <dgm:cxn modelId="{F4226B2B-9B6E-42EB-A73F-664198BFFA9A}" type="presParOf" srcId="{B66AF439-3F20-430B-B7BF-76A83396C59F}" destId="{FBED88A2-BF56-4CA5-A25B-DEA04F78D405}" srcOrd="0" destOrd="0" presId="urn:microsoft.com/office/officeart/2005/8/layout/vList2"/>
    <dgm:cxn modelId="{486BDDD0-5F71-410B-B02E-409BD44ED555}" type="presParOf" srcId="{B66AF439-3F20-430B-B7BF-76A83396C59F}" destId="{A3C964B2-6CB0-4D5C-9945-BE9F1289CF18}" srcOrd="1" destOrd="0" presId="urn:microsoft.com/office/officeart/2005/8/layout/vList2"/>
    <dgm:cxn modelId="{54F08D06-4D20-49CD-96E8-2020E04DB990}" type="presParOf" srcId="{B66AF439-3F20-430B-B7BF-76A83396C59F}" destId="{79711BFA-0B45-4BBB-9CB9-CB8397488AB3}" srcOrd="2" destOrd="0" presId="urn:microsoft.com/office/officeart/2005/8/layout/vList2"/>
    <dgm:cxn modelId="{B9437F73-C8EB-4648-B88E-135FE8733E59}" type="presParOf" srcId="{B66AF439-3F20-430B-B7BF-76A83396C59F}" destId="{C598A39E-4716-4796-A8B0-FAAE499B0041}" srcOrd="3" destOrd="0" presId="urn:microsoft.com/office/officeart/2005/8/layout/vList2"/>
    <dgm:cxn modelId="{BC7CC9AE-71C1-476D-839E-6CF63C89C20A}" type="presParOf" srcId="{B66AF439-3F20-430B-B7BF-76A83396C59F}" destId="{EEDD7CB1-19F5-427A-A7DB-69CFDCFB999A}" srcOrd="4" destOrd="0" presId="urn:microsoft.com/office/officeart/2005/8/layout/vList2"/>
    <dgm:cxn modelId="{0C10C881-265F-400C-8B98-7F387F48D704}" type="presParOf" srcId="{B66AF439-3F20-430B-B7BF-76A83396C59F}" destId="{45511191-81E9-499C-B0E8-8E4FC00EDBF5}" srcOrd="5" destOrd="0" presId="urn:microsoft.com/office/officeart/2005/8/layout/vList2"/>
    <dgm:cxn modelId="{28AC56EB-A6E7-46EC-8DE5-AFB549ACCE92}" type="presParOf" srcId="{B66AF439-3F20-430B-B7BF-76A83396C59F}" destId="{2DCAD262-F71C-4266-B139-AECE92DCF233}" srcOrd="6" destOrd="0" presId="urn:microsoft.com/office/officeart/2005/8/layout/vList2"/>
    <dgm:cxn modelId="{FDFA6929-C876-49CD-9627-049AA6C4D19A}" type="presParOf" srcId="{B66AF439-3F20-430B-B7BF-76A83396C59F}" destId="{9EB8F91D-ABBD-4B78-8BA6-96FF38CAABFB}" srcOrd="7" destOrd="0" presId="urn:microsoft.com/office/officeart/2005/8/layout/vList2"/>
    <dgm:cxn modelId="{1736E7EA-29FC-4EE4-B103-6361F3FB72DB}" type="presParOf" srcId="{B66AF439-3F20-430B-B7BF-76A83396C59F}" destId="{0A358EE7-696E-45A1-B16B-5F86C715DFEC}" srcOrd="8" destOrd="0" presId="urn:microsoft.com/office/officeart/2005/8/layout/vList2"/>
    <dgm:cxn modelId="{48BA5239-B015-4922-8306-152FAA274319}" type="presParOf" srcId="{B66AF439-3F20-430B-B7BF-76A83396C59F}" destId="{E4820630-DB3D-4796-934D-3C892D6F19E7}" srcOrd="9" destOrd="0" presId="urn:microsoft.com/office/officeart/2005/8/layout/vList2"/>
    <dgm:cxn modelId="{73DD55B3-CCCE-4994-8DE0-932161C17BDB}" type="presParOf" srcId="{B66AF439-3F20-430B-B7BF-76A83396C59F}" destId="{580AD7D6-240F-43B4-8A32-90031DAE1559}"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FC0019C-CE7C-49F6-B845-CE942CFEA2ED}"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7770F2CA-A30C-4F73-A028-0DE00E025516}">
      <dgm:prSet/>
      <dgm:spPr/>
      <dgm:t>
        <a:bodyPr/>
        <a:lstStyle/>
        <a:p>
          <a:r>
            <a:rPr lang="en-US" b="1"/>
            <a:t>Network Miner analyzes PCAP files and reconstructs network activity in the following ways:</a:t>
          </a:r>
          <a:endParaRPr lang="en-US"/>
        </a:p>
      </dgm:t>
    </dgm:pt>
    <dgm:pt modelId="{C5F2AAC4-AA9F-49CB-AE9C-E59F08216E4F}" type="parTrans" cxnId="{121CDFD5-DB80-4C85-9D67-ED174227BF61}">
      <dgm:prSet/>
      <dgm:spPr/>
      <dgm:t>
        <a:bodyPr/>
        <a:lstStyle/>
        <a:p>
          <a:endParaRPr lang="en-US"/>
        </a:p>
      </dgm:t>
    </dgm:pt>
    <dgm:pt modelId="{18F22BFB-6FAF-456A-83EB-761B5CC3444B}" type="sibTrans" cxnId="{121CDFD5-DB80-4C85-9D67-ED174227BF61}">
      <dgm:prSet/>
      <dgm:spPr/>
      <dgm:t>
        <a:bodyPr/>
        <a:lstStyle/>
        <a:p>
          <a:endParaRPr lang="en-US"/>
        </a:p>
      </dgm:t>
    </dgm:pt>
    <dgm:pt modelId="{07AE3888-D960-440C-9DA4-7870A5A32131}">
      <dgm:prSet/>
      <dgm:spPr/>
      <dgm:t>
        <a:bodyPr/>
        <a:lstStyle/>
        <a:p>
          <a:r>
            <a:rPr lang="en-US" b="1"/>
            <a:t>1</a:t>
          </a:r>
          <a:r>
            <a:rPr lang="en-US"/>
            <a:t>. </a:t>
          </a:r>
          <a:r>
            <a:rPr lang="en-US" b="1"/>
            <a:t>Define a communication session</a:t>
          </a:r>
          <a:endParaRPr lang="en-US"/>
        </a:p>
      </dgm:t>
    </dgm:pt>
    <dgm:pt modelId="{44C14A4C-DB53-47B3-BA98-94E9D439B11D}" type="parTrans" cxnId="{25A95C14-27CC-4343-A01C-A0F4CF93EA5A}">
      <dgm:prSet/>
      <dgm:spPr/>
      <dgm:t>
        <a:bodyPr/>
        <a:lstStyle/>
        <a:p>
          <a:endParaRPr lang="en-US"/>
        </a:p>
      </dgm:t>
    </dgm:pt>
    <dgm:pt modelId="{EF35A51C-2069-481A-8651-95E2EA442274}" type="sibTrans" cxnId="{25A95C14-27CC-4343-A01C-A0F4CF93EA5A}">
      <dgm:prSet/>
      <dgm:spPr/>
      <dgm:t>
        <a:bodyPr/>
        <a:lstStyle/>
        <a:p>
          <a:endParaRPr lang="en-US"/>
        </a:p>
      </dgm:t>
    </dgm:pt>
    <dgm:pt modelId="{C3D7A92E-9D3F-433C-A8B6-81F8C4A0C6F9}">
      <dgm:prSet/>
      <dgm:spPr/>
      <dgm:t>
        <a:bodyPr/>
        <a:lstStyle/>
        <a:p>
          <a:r>
            <a:rPr lang="en-US" b="1"/>
            <a:t>2. Recovery of transferred data</a:t>
          </a:r>
          <a:endParaRPr lang="en-US"/>
        </a:p>
      </dgm:t>
    </dgm:pt>
    <dgm:pt modelId="{C91C2884-89BD-4283-9B37-76790ED9DFFE}" type="parTrans" cxnId="{30A0B014-4349-4802-BB6C-0192B525ADA0}">
      <dgm:prSet/>
      <dgm:spPr/>
      <dgm:t>
        <a:bodyPr/>
        <a:lstStyle/>
        <a:p>
          <a:endParaRPr lang="en-US"/>
        </a:p>
      </dgm:t>
    </dgm:pt>
    <dgm:pt modelId="{33BB4DA1-4562-4172-ADF0-EF4B63C6E49D}" type="sibTrans" cxnId="{30A0B014-4349-4802-BB6C-0192B525ADA0}">
      <dgm:prSet/>
      <dgm:spPr/>
      <dgm:t>
        <a:bodyPr/>
        <a:lstStyle/>
        <a:p>
          <a:endParaRPr lang="en-US"/>
        </a:p>
      </dgm:t>
    </dgm:pt>
    <dgm:pt modelId="{1B132C9B-414A-4390-9872-3D438BD15BE3}">
      <dgm:prSet/>
      <dgm:spPr/>
      <dgm:t>
        <a:bodyPr/>
        <a:lstStyle/>
        <a:p>
          <a:r>
            <a:rPr lang="en-US" b="1"/>
            <a:t>3. View interactions between devices</a:t>
          </a:r>
          <a:endParaRPr lang="en-US"/>
        </a:p>
      </dgm:t>
    </dgm:pt>
    <dgm:pt modelId="{946FE504-7DE6-4F95-A730-3721EDBC4315}" type="parTrans" cxnId="{671F0B58-7839-413B-A907-1AEE90339C0A}">
      <dgm:prSet/>
      <dgm:spPr/>
      <dgm:t>
        <a:bodyPr/>
        <a:lstStyle/>
        <a:p>
          <a:endParaRPr lang="en-US"/>
        </a:p>
      </dgm:t>
    </dgm:pt>
    <dgm:pt modelId="{9E936E0F-E517-48EF-9099-DC9D41408E1F}" type="sibTrans" cxnId="{671F0B58-7839-413B-A907-1AEE90339C0A}">
      <dgm:prSet/>
      <dgm:spPr/>
      <dgm:t>
        <a:bodyPr/>
        <a:lstStyle/>
        <a:p>
          <a:endParaRPr lang="en-US"/>
        </a:p>
      </dgm:t>
    </dgm:pt>
    <dgm:pt modelId="{1630AC9A-62D5-44C3-955C-29AC5D6381C8}">
      <dgm:prSet/>
      <dgm:spPr/>
      <dgm:t>
        <a:bodyPr/>
        <a:lstStyle/>
        <a:p>
          <a:pPr>
            <a:buNone/>
          </a:pPr>
          <a:r>
            <a:rPr lang="en-US" b="1" i="0" dirty="0"/>
            <a:t>4.This  tool rebuilds TCP sessions and extracts artifacts from application layer protocols such as HTTP.</a:t>
          </a:r>
          <a:endParaRPr lang="en-US" dirty="0"/>
        </a:p>
      </dgm:t>
    </dgm:pt>
    <dgm:pt modelId="{ADCE81DB-A44F-4C03-820A-389725FA4CA8}" type="parTrans" cxnId="{DA24BDAB-F8D0-4205-B550-0DC9F83E3F98}">
      <dgm:prSet/>
      <dgm:spPr/>
      <dgm:t>
        <a:bodyPr/>
        <a:lstStyle/>
        <a:p>
          <a:endParaRPr lang="en-US"/>
        </a:p>
      </dgm:t>
    </dgm:pt>
    <dgm:pt modelId="{58879B0F-0CC3-4BDC-9F3E-3FFD71E0017A}" type="sibTrans" cxnId="{DA24BDAB-F8D0-4205-B550-0DC9F83E3F98}">
      <dgm:prSet/>
      <dgm:spPr/>
      <dgm:t>
        <a:bodyPr/>
        <a:lstStyle/>
        <a:p>
          <a:endParaRPr lang="en-US"/>
        </a:p>
      </dgm:t>
    </dgm:pt>
    <dgm:pt modelId="{0C19D7BF-6158-41B5-A3EB-9C8B37E0FABB}" type="pres">
      <dgm:prSet presAssocID="{9FC0019C-CE7C-49F6-B845-CE942CFEA2ED}" presName="outerComposite" presStyleCnt="0">
        <dgm:presLayoutVars>
          <dgm:chMax val="5"/>
          <dgm:dir/>
          <dgm:resizeHandles val="exact"/>
        </dgm:presLayoutVars>
      </dgm:prSet>
      <dgm:spPr/>
    </dgm:pt>
    <dgm:pt modelId="{9248C716-2D90-4BAE-A1CB-02CDD03B60FF}" type="pres">
      <dgm:prSet presAssocID="{9FC0019C-CE7C-49F6-B845-CE942CFEA2ED}" presName="dummyMaxCanvas" presStyleCnt="0">
        <dgm:presLayoutVars/>
      </dgm:prSet>
      <dgm:spPr/>
    </dgm:pt>
    <dgm:pt modelId="{19F4B04E-BE75-4859-80E1-B387D96CF9A5}" type="pres">
      <dgm:prSet presAssocID="{9FC0019C-CE7C-49F6-B845-CE942CFEA2ED}" presName="FiveNodes_1" presStyleLbl="node1" presStyleIdx="0" presStyleCnt="5">
        <dgm:presLayoutVars>
          <dgm:bulletEnabled val="1"/>
        </dgm:presLayoutVars>
      </dgm:prSet>
      <dgm:spPr/>
    </dgm:pt>
    <dgm:pt modelId="{8726E8FF-2B46-44DA-874E-B3CCC7EB79A8}" type="pres">
      <dgm:prSet presAssocID="{9FC0019C-CE7C-49F6-B845-CE942CFEA2ED}" presName="FiveNodes_2" presStyleLbl="node1" presStyleIdx="1" presStyleCnt="5">
        <dgm:presLayoutVars>
          <dgm:bulletEnabled val="1"/>
        </dgm:presLayoutVars>
      </dgm:prSet>
      <dgm:spPr/>
    </dgm:pt>
    <dgm:pt modelId="{EC753E95-06C2-4E48-9A80-08CC2C287321}" type="pres">
      <dgm:prSet presAssocID="{9FC0019C-CE7C-49F6-B845-CE942CFEA2ED}" presName="FiveNodes_3" presStyleLbl="node1" presStyleIdx="2" presStyleCnt="5">
        <dgm:presLayoutVars>
          <dgm:bulletEnabled val="1"/>
        </dgm:presLayoutVars>
      </dgm:prSet>
      <dgm:spPr/>
    </dgm:pt>
    <dgm:pt modelId="{390F6DA3-7C96-43EB-AC9C-359BFE83FF8A}" type="pres">
      <dgm:prSet presAssocID="{9FC0019C-CE7C-49F6-B845-CE942CFEA2ED}" presName="FiveNodes_4" presStyleLbl="node1" presStyleIdx="3" presStyleCnt="5">
        <dgm:presLayoutVars>
          <dgm:bulletEnabled val="1"/>
        </dgm:presLayoutVars>
      </dgm:prSet>
      <dgm:spPr/>
    </dgm:pt>
    <dgm:pt modelId="{6DA99217-5EDD-41FA-84EA-03DFF6723FDC}" type="pres">
      <dgm:prSet presAssocID="{9FC0019C-CE7C-49F6-B845-CE942CFEA2ED}" presName="FiveNodes_5" presStyleLbl="node1" presStyleIdx="4" presStyleCnt="5">
        <dgm:presLayoutVars>
          <dgm:bulletEnabled val="1"/>
        </dgm:presLayoutVars>
      </dgm:prSet>
      <dgm:spPr/>
    </dgm:pt>
    <dgm:pt modelId="{C2507B97-8FA5-4070-BDD0-B8B4C2F0BE2D}" type="pres">
      <dgm:prSet presAssocID="{9FC0019C-CE7C-49F6-B845-CE942CFEA2ED}" presName="FiveConn_1-2" presStyleLbl="fgAccFollowNode1" presStyleIdx="0" presStyleCnt="4">
        <dgm:presLayoutVars>
          <dgm:bulletEnabled val="1"/>
        </dgm:presLayoutVars>
      </dgm:prSet>
      <dgm:spPr/>
    </dgm:pt>
    <dgm:pt modelId="{FEA18278-C307-49B2-A37F-4B66715F2827}" type="pres">
      <dgm:prSet presAssocID="{9FC0019C-CE7C-49F6-B845-CE942CFEA2ED}" presName="FiveConn_2-3" presStyleLbl="fgAccFollowNode1" presStyleIdx="1" presStyleCnt="4">
        <dgm:presLayoutVars>
          <dgm:bulletEnabled val="1"/>
        </dgm:presLayoutVars>
      </dgm:prSet>
      <dgm:spPr/>
    </dgm:pt>
    <dgm:pt modelId="{FD676BE5-D5D3-4AAB-905B-534FA3A92E63}" type="pres">
      <dgm:prSet presAssocID="{9FC0019C-CE7C-49F6-B845-CE942CFEA2ED}" presName="FiveConn_3-4" presStyleLbl="fgAccFollowNode1" presStyleIdx="2" presStyleCnt="4">
        <dgm:presLayoutVars>
          <dgm:bulletEnabled val="1"/>
        </dgm:presLayoutVars>
      </dgm:prSet>
      <dgm:spPr/>
    </dgm:pt>
    <dgm:pt modelId="{92931223-D214-4AAF-9695-4C853DBBF954}" type="pres">
      <dgm:prSet presAssocID="{9FC0019C-CE7C-49F6-B845-CE942CFEA2ED}" presName="FiveConn_4-5" presStyleLbl="fgAccFollowNode1" presStyleIdx="3" presStyleCnt="4">
        <dgm:presLayoutVars>
          <dgm:bulletEnabled val="1"/>
        </dgm:presLayoutVars>
      </dgm:prSet>
      <dgm:spPr/>
    </dgm:pt>
    <dgm:pt modelId="{49F9D5F4-9027-4566-8FC1-3655A954F044}" type="pres">
      <dgm:prSet presAssocID="{9FC0019C-CE7C-49F6-B845-CE942CFEA2ED}" presName="FiveNodes_1_text" presStyleLbl="node1" presStyleIdx="4" presStyleCnt="5">
        <dgm:presLayoutVars>
          <dgm:bulletEnabled val="1"/>
        </dgm:presLayoutVars>
      </dgm:prSet>
      <dgm:spPr/>
    </dgm:pt>
    <dgm:pt modelId="{3FD5F6FD-73A3-44A8-858E-352FAEC7E92D}" type="pres">
      <dgm:prSet presAssocID="{9FC0019C-CE7C-49F6-B845-CE942CFEA2ED}" presName="FiveNodes_2_text" presStyleLbl="node1" presStyleIdx="4" presStyleCnt="5">
        <dgm:presLayoutVars>
          <dgm:bulletEnabled val="1"/>
        </dgm:presLayoutVars>
      </dgm:prSet>
      <dgm:spPr/>
    </dgm:pt>
    <dgm:pt modelId="{44263CA6-B9DE-46D7-B66D-AC9864394145}" type="pres">
      <dgm:prSet presAssocID="{9FC0019C-CE7C-49F6-B845-CE942CFEA2ED}" presName="FiveNodes_3_text" presStyleLbl="node1" presStyleIdx="4" presStyleCnt="5">
        <dgm:presLayoutVars>
          <dgm:bulletEnabled val="1"/>
        </dgm:presLayoutVars>
      </dgm:prSet>
      <dgm:spPr/>
    </dgm:pt>
    <dgm:pt modelId="{2DF259E7-48A8-48D0-8736-058D6863485F}" type="pres">
      <dgm:prSet presAssocID="{9FC0019C-CE7C-49F6-B845-CE942CFEA2ED}" presName="FiveNodes_4_text" presStyleLbl="node1" presStyleIdx="4" presStyleCnt="5">
        <dgm:presLayoutVars>
          <dgm:bulletEnabled val="1"/>
        </dgm:presLayoutVars>
      </dgm:prSet>
      <dgm:spPr/>
    </dgm:pt>
    <dgm:pt modelId="{C76CD385-F434-4BF8-8F92-68C5BC6E475B}" type="pres">
      <dgm:prSet presAssocID="{9FC0019C-CE7C-49F6-B845-CE942CFEA2ED}" presName="FiveNodes_5_text" presStyleLbl="node1" presStyleIdx="4" presStyleCnt="5">
        <dgm:presLayoutVars>
          <dgm:bulletEnabled val="1"/>
        </dgm:presLayoutVars>
      </dgm:prSet>
      <dgm:spPr/>
    </dgm:pt>
  </dgm:ptLst>
  <dgm:cxnLst>
    <dgm:cxn modelId="{25A95C14-27CC-4343-A01C-A0F4CF93EA5A}" srcId="{9FC0019C-CE7C-49F6-B845-CE942CFEA2ED}" destId="{07AE3888-D960-440C-9DA4-7870A5A32131}" srcOrd="1" destOrd="0" parTransId="{44C14A4C-DB53-47B3-BA98-94E9D439B11D}" sibTransId="{EF35A51C-2069-481A-8651-95E2EA442274}"/>
    <dgm:cxn modelId="{30A0B014-4349-4802-BB6C-0192B525ADA0}" srcId="{9FC0019C-CE7C-49F6-B845-CE942CFEA2ED}" destId="{C3D7A92E-9D3F-433C-A8B6-81F8C4A0C6F9}" srcOrd="2" destOrd="0" parTransId="{C91C2884-89BD-4283-9B37-76790ED9DFFE}" sibTransId="{33BB4DA1-4562-4172-ADF0-EF4B63C6E49D}"/>
    <dgm:cxn modelId="{7C56C114-BFFE-4183-ADCF-18981FC9A720}" type="presOf" srcId="{1B132C9B-414A-4390-9872-3D438BD15BE3}" destId="{390F6DA3-7C96-43EB-AC9C-359BFE83FF8A}" srcOrd="0" destOrd="0" presId="urn:microsoft.com/office/officeart/2005/8/layout/vProcess5"/>
    <dgm:cxn modelId="{1C8ACF20-7D3D-4BDB-B825-18864E97DF5B}" type="presOf" srcId="{7770F2CA-A30C-4F73-A028-0DE00E025516}" destId="{49F9D5F4-9027-4566-8FC1-3655A954F044}" srcOrd="1" destOrd="0" presId="urn:microsoft.com/office/officeart/2005/8/layout/vProcess5"/>
    <dgm:cxn modelId="{C5205E6A-A4A1-4522-B595-4DE07CA9F717}" type="presOf" srcId="{07AE3888-D960-440C-9DA4-7870A5A32131}" destId="{3FD5F6FD-73A3-44A8-858E-352FAEC7E92D}" srcOrd="1" destOrd="0" presId="urn:microsoft.com/office/officeart/2005/8/layout/vProcess5"/>
    <dgm:cxn modelId="{8E25AB4D-B680-4E74-A1F4-C8EF45F42C5E}" type="presOf" srcId="{1B132C9B-414A-4390-9872-3D438BD15BE3}" destId="{2DF259E7-48A8-48D0-8736-058D6863485F}" srcOrd="1" destOrd="0" presId="urn:microsoft.com/office/officeart/2005/8/layout/vProcess5"/>
    <dgm:cxn modelId="{DF3BCA6F-0F53-45A2-985F-77E061EE5A7A}" type="presOf" srcId="{33BB4DA1-4562-4172-ADF0-EF4B63C6E49D}" destId="{FD676BE5-D5D3-4AAB-905B-534FA3A92E63}" srcOrd="0" destOrd="0" presId="urn:microsoft.com/office/officeart/2005/8/layout/vProcess5"/>
    <dgm:cxn modelId="{EC3DE14F-C528-4428-9934-4AB5F95D7EF7}" type="presOf" srcId="{1630AC9A-62D5-44C3-955C-29AC5D6381C8}" destId="{C76CD385-F434-4BF8-8F92-68C5BC6E475B}" srcOrd="1" destOrd="0" presId="urn:microsoft.com/office/officeart/2005/8/layout/vProcess5"/>
    <dgm:cxn modelId="{671F0B58-7839-413B-A907-1AEE90339C0A}" srcId="{9FC0019C-CE7C-49F6-B845-CE942CFEA2ED}" destId="{1B132C9B-414A-4390-9872-3D438BD15BE3}" srcOrd="3" destOrd="0" parTransId="{946FE504-7DE6-4F95-A730-3721EDBC4315}" sibTransId="{9E936E0F-E517-48EF-9099-DC9D41408E1F}"/>
    <dgm:cxn modelId="{AD17938A-5FEE-4EDC-8F5A-08DDFC00E7BC}" type="presOf" srcId="{9E936E0F-E517-48EF-9099-DC9D41408E1F}" destId="{92931223-D214-4AAF-9695-4C853DBBF954}" srcOrd="0" destOrd="0" presId="urn:microsoft.com/office/officeart/2005/8/layout/vProcess5"/>
    <dgm:cxn modelId="{45834592-5A13-4568-BC61-F575836C7328}" type="presOf" srcId="{9FC0019C-CE7C-49F6-B845-CE942CFEA2ED}" destId="{0C19D7BF-6158-41B5-A3EB-9C8B37E0FABB}" srcOrd="0" destOrd="0" presId="urn:microsoft.com/office/officeart/2005/8/layout/vProcess5"/>
    <dgm:cxn modelId="{DA24BDAB-F8D0-4205-B550-0DC9F83E3F98}" srcId="{9FC0019C-CE7C-49F6-B845-CE942CFEA2ED}" destId="{1630AC9A-62D5-44C3-955C-29AC5D6381C8}" srcOrd="4" destOrd="0" parTransId="{ADCE81DB-A44F-4C03-820A-389725FA4CA8}" sibTransId="{58879B0F-0CC3-4BDC-9F3E-3FFD71E0017A}"/>
    <dgm:cxn modelId="{4C741EAF-8D0C-41CA-984F-ECE2FB0B6DE1}" type="presOf" srcId="{C3D7A92E-9D3F-433C-A8B6-81F8C4A0C6F9}" destId="{EC753E95-06C2-4E48-9A80-08CC2C287321}" srcOrd="0" destOrd="0" presId="urn:microsoft.com/office/officeart/2005/8/layout/vProcess5"/>
    <dgm:cxn modelId="{39D3B2C5-286F-47F6-A5D4-78FC6ABF5D05}" type="presOf" srcId="{EF35A51C-2069-481A-8651-95E2EA442274}" destId="{FEA18278-C307-49B2-A37F-4B66715F2827}" srcOrd="0" destOrd="0" presId="urn:microsoft.com/office/officeart/2005/8/layout/vProcess5"/>
    <dgm:cxn modelId="{121CDFD5-DB80-4C85-9D67-ED174227BF61}" srcId="{9FC0019C-CE7C-49F6-B845-CE942CFEA2ED}" destId="{7770F2CA-A30C-4F73-A028-0DE00E025516}" srcOrd="0" destOrd="0" parTransId="{C5F2AAC4-AA9F-49CB-AE9C-E59F08216E4F}" sibTransId="{18F22BFB-6FAF-456A-83EB-761B5CC3444B}"/>
    <dgm:cxn modelId="{558F2BDC-3601-46D2-8515-31BF6E950BD7}" type="presOf" srcId="{C3D7A92E-9D3F-433C-A8B6-81F8C4A0C6F9}" destId="{44263CA6-B9DE-46D7-B66D-AC9864394145}" srcOrd="1" destOrd="0" presId="urn:microsoft.com/office/officeart/2005/8/layout/vProcess5"/>
    <dgm:cxn modelId="{7515D7E2-9C0A-478B-862D-2EA211053984}" type="presOf" srcId="{7770F2CA-A30C-4F73-A028-0DE00E025516}" destId="{19F4B04E-BE75-4859-80E1-B387D96CF9A5}" srcOrd="0" destOrd="0" presId="urn:microsoft.com/office/officeart/2005/8/layout/vProcess5"/>
    <dgm:cxn modelId="{5CA203EB-FEBE-4F86-BD1A-5759FBEED73A}" type="presOf" srcId="{1630AC9A-62D5-44C3-955C-29AC5D6381C8}" destId="{6DA99217-5EDD-41FA-84EA-03DFF6723FDC}" srcOrd="0" destOrd="0" presId="urn:microsoft.com/office/officeart/2005/8/layout/vProcess5"/>
    <dgm:cxn modelId="{AF288FF4-6205-4621-B689-3D953B1485A0}" type="presOf" srcId="{07AE3888-D960-440C-9DA4-7870A5A32131}" destId="{8726E8FF-2B46-44DA-874E-B3CCC7EB79A8}" srcOrd="0" destOrd="0" presId="urn:microsoft.com/office/officeart/2005/8/layout/vProcess5"/>
    <dgm:cxn modelId="{585DA8FE-FCE1-48EA-BD01-B82DEF3C8233}" type="presOf" srcId="{18F22BFB-6FAF-456A-83EB-761B5CC3444B}" destId="{C2507B97-8FA5-4070-BDD0-B8B4C2F0BE2D}" srcOrd="0" destOrd="0" presId="urn:microsoft.com/office/officeart/2005/8/layout/vProcess5"/>
    <dgm:cxn modelId="{FC2FDC50-37B6-4E04-A311-5D64C6F031B9}" type="presParOf" srcId="{0C19D7BF-6158-41B5-A3EB-9C8B37E0FABB}" destId="{9248C716-2D90-4BAE-A1CB-02CDD03B60FF}" srcOrd="0" destOrd="0" presId="urn:microsoft.com/office/officeart/2005/8/layout/vProcess5"/>
    <dgm:cxn modelId="{E8EEAF4F-6147-469B-BA7E-6249B8A43BCD}" type="presParOf" srcId="{0C19D7BF-6158-41B5-A3EB-9C8B37E0FABB}" destId="{19F4B04E-BE75-4859-80E1-B387D96CF9A5}" srcOrd="1" destOrd="0" presId="urn:microsoft.com/office/officeart/2005/8/layout/vProcess5"/>
    <dgm:cxn modelId="{8C74069C-E3B1-41B8-908D-619E1D15C787}" type="presParOf" srcId="{0C19D7BF-6158-41B5-A3EB-9C8B37E0FABB}" destId="{8726E8FF-2B46-44DA-874E-B3CCC7EB79A8}" srcOrd="2" destOrd="0" presId="urn:microsoft.com/office/officeart/2005/8/layout/vProcess5"/>
    <dgm:cxn modelId="{9CE774AF-0BAD-4678-B491-35C23E1E1F8C}" type="presParOf" srcId="{0C19D7BF-6158-41B5-A3EB-9C8B37E0FABB}" destId="{EC753E95-06C2-4E48-9A80-08CC2C287321}" srcOrd="3" destOrd="0" presId="urn:microsoft.com/office/officeart/2005/8/layout/vProcess5"/>
    <dgm:cxn modelId="{94CBCCDA-08DB-4377-AD2A-98888619E7F2}" type="presParOf" srcId="{0C19D7BF-6158-41B5-A3EB-9C8B37E0FABB}" destId="{390F6DA3-7C96-43EB-AC9C-359BFE83FF8A}" srcOrd="4" destOrd="0" presId="urn:microsoft.com/office/officeart/2005/8/layout/vProcess5"/>
    <dgm:cxn modelId="{D67035D4-5753-4195-BF5B-CFC639E46303}" type="presParOf" srcId="{0C19D7BF-6158-41B5-A3EB-9C8B37E0FABB}" destId="{6DA99217-5EDD-41FA-84EA-03DFF6723FDC}" srcOrd="5" destOrd="0" presId="urn:microsoft.com/office/officeart/2005/8/layout/vProcess5"/>
    <dgm:cxn modelId="{3DFCA9E1-94A7-4393-99C0-7412003002FC}" type="presParOf" srcId="{0C19D7BF-6158-41B5-A3EB-9C8B37E0FABB}" destId="{C2507B97-8FA5-4070-BDD0-B8B4C2F0BE2D}" srcOrd="6" destOrd="0" presId="urn:microsoft.com/office/officeart/2005/8/layout/vProcess5"/>
    <dgm:cxn modelId="{7DAA31E0-8ECD-4733-8350-166D08243BC5}" type="presParOf" srcId="{0C19D7BF-6158-41B5-A3EB-9C8B37E0FABB}" destId="{FEA18278-C307-49B2-A37F-4B66715F2827}" srcOrd="7" destOrd="0" presId="urn:microsoft.com/office/officeart/2005/8/layout/vProcess5"/>
    <dgm:cxn modelId="{FFAE4C3A-4100-4A84-A26A-17036E8206C0}" type="presParOf" srcId="{0C19D7BF-6158-41B5-A3EB-9C8B37E0FABB}" destId="{FD676BE5-D5D3-4AAB-905B-534FA3A92E63}" srcOrd="8" destOrd="0" presId="urn:microsoft.com/office/officeart/2005/8/layout/vProcess5"/>
    <dgm:cxn modelId="{D05C10C4-176A-49E6-976B-7EAE7BCA7894}" type="presParOf" srcId="{0C19D7BF-6158-41B5-A3EB-9C8B37E0FABB}" destId="{92931223-D214-4AAF-9695-4C853DBBF954}" srcOrd="9" destOrd="0" presId="urn:microsoft.com/office/officeart/2005/8/layout/vProcess5"/>
    <dgm:cxn modelId="{FECD6DAB-A16A-47C3-8AEA-4DEAC1705A72}" type="presParOf" srcId="{0C19D7BF-6158-41B5-A3EB-9C8B37E0FABB}" destId="{49F9D5F4-9027-4566-8FC1-3655A954F044}" srcOrd="10" destOrd="0" presId="urn:microsoft.com/office/officeart/2005/8/layout/vProcess5"/>
    <dgm:cxn modelId="{457BAF25-1779-4B6D-A7C8-0035D147ECDE}" type="presParOf" srcId="{0C19D7BF-6158-41B5-A3EB-9C8B37E0FABB}" destId="{3FD5F6FD-73A3-44A8-858E-352FAEC7E92D}" srcOrd="11" destOrd="0" presId="urn:microsoft.com/office/officeart/2005/8/layout/vProcess5"/>
    <dgm:cxn modelId="{5773EEA9-CD8B-44FA-BCF2-5BF105BCCC3D}" type="presParOf" srcId="{0C19D7BF-6158-41B5-A3EB-9C8B37E0FABB}" destId="{44263CA6-B9DE-46D7-B66D-AC9864394145}" srcOrd="12" destOrd="0" presId="urn:microsoft.com/office/officeart/2005/8/layout/vProcess5"/>
    <dgm:cxn modelId="{1E26873A-3107-4C88-89C0-9BFC5406783F}" type="presParOf" srcId="{0C19D7BF-6158-41B5-A3EB-9C8B37E0FABB}" destId="{2DF259E7-48A8-48D0-8736-058D6863485F}" srcOrd="13" destOrd="0" presId="urn:microsoft.com/office/officeart/2005/8/layout/vProcess5"/>
    <dgm:cxn modelId="{2636D144-F058-4123-A43A-57B5EC2E0B92}" type="presParOf" srcId="{0C19D7BF-6158-41B5-A3EB-9C8B37E0FABB}" destId="{C76CD385-F434-4BF8-8F92-68C5BC6E475B}"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3FE4B32-BEDE-47A3-9689-8F7A2CB85D1A}"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1DB29D21-862F-4F88-81D6-22B92DCDA6CD}">
      <dgm:prSet/>
      <dgm:spPr/>
      <dgm:t>
        <a:bodyPr/>
        <a:lstStyle/>
        <a:p>
          <a:r>
            <a:rPr lang="en-US" b="1"/>
            <a:t>File extraction (documents, images, executables)</a:t>
          </a:r>
          <a:endParaRPr lang="en-US"/>
        </a:p>
      </dgm:t>
    </dgm:pt>
    <dgm:pt modelId="{51C9D5D0-3AAD-4A17-922F-B332AD7B0E78}" type="parTrans" cxnId="{6A9DFD01-1B5D-40F0-BEF8-1FDE62AC1B1F}">
      <dgm:prSet/>
      <dgm:spPr/>
      <dgm:t>
        <a:bodyPr/>
        <a:lstStyle/>
        <a:p>
          <a:endParaRPr lang="en-US"/>
        </a:p>
      </dgm:t>
    </dgm:pt>
    <dgm:pt modelId="{2285028C-B6E2-4885-8C68-2DB2EFD4A81D}" type="sibTrans" cxnId="{6A9DFD01-1B5D-40F0-BEF8-1FDE62AC1B1F}">
      <dgm:prSet/>
      <dgm:spPr/>
      <dgm:t>
        <a:bodyPr/>
        <a:lstStyle/>
        <a:p>
          <a:endParaRPr lang="en-US"/>
        </a:p>
      </dgm:t>
    </dgm:pt>
    <dgm:pt modelId="{AF2E1EFC-A977-4F44-815C-BE8129384F91}">
      <dgm:prSet/>
      <dgm:spPr/>
      <dgm:t>
        <a:bodyPr/>
        <a:lstStyle/>
        <a:p>
          <a:r>
            <a:rPr lang="en-US" b="1"/>
            <a:t>1. Session reconstruction</a:t>
          </a:r>
          <a:endParaRPr lang="en-US"/>
        </a:p>
      </dgm:t>
    </dgm:pt>
    <dgm:pt modelId="{F1C8A2D9-B7BC-46BB-8F42-7CAF31D35891}" type="parTrans" cxnId="{CC3B685B-A4EE-41E0-916B-810A842690F6}">
      <dgm:prSet/>
      <dgm:spPr/>
      <dgm:t>
        <a:bodyPr/>
        <a:lstStyle/>
        <a:p>
          <a:endParaRPr lang="en-US"/>
        </a:p>
      </dgm:t>
    </dgm:pt>
    <dgm:pt modelId="{2E933B9E-0114-4481-AB80-18D608E608D8}" type="sibTrans" cxnId="{CC3B685B-A4EE-41E0-916B-810A842690F6}">
      <dgm:prSet/>
      <dgm:spPr/>
      <dgm:t>
        <a:bodyPr/>
        <a:lstStyle/>
        <a:p>
          <a:endParaRPr lang="en-US"/>
        </a:p>
      </dgm:t>
    </dgm:pt>
    <dgm:pt modelId="{E5C6EEC4-ADA1-43F8-AE20-F201DEB0952C}">
      <dgm:prSet/>
      <dgm:spPr/>
      <dgm:t>
        <a:bodyPr/>
        <a:lstStyle/>
        <a:p>
          <a:r>
            <a:rPr lang="en-US" b="1"/>
            <a:t>2</a:t>
          </a:r>
          <a:r>
            <a:rPr lang="en-US"/>
            <a:t>. </a:t>
          </a:r>
          <a:r>
            <a:rPr lang="en-US" b="1"/>
            <a:t>Credential detection</a:t>
          </a:r>
          <a:endParaRPr lang="en-US"/>
        </a:p>
      </dgm:t>
    </dgm:pt>
    <dgm:pt modelId="{1502D19E-3BE9-4D7F-9F3A-000B8794E033}" type="parTrans" cxnId="{97C7647D-EB23-4078-B988-30D5B7104C1A}">
      <dgm:prSet/>
      <dgm:spPr/>
      <dgm:t>
        <a:bodyPr/>
        <a:lstStyle/>
        <a:p>
          <a:endParaRPr lang="en-US"/>
        </a:p>
      </dgm:t>
    </dgm:pt>
    <dgm:pt modelId="{9F4269FD-DE37-48D3-B0C9-D87286C234EA}" type="sibTrans" cxnId="{97C7647D-EB23-4078-B988-30D5B7104C1A}">
      <dgm:prSet/>
      <dgm:spPr/>
      <dgm:t>
        <a:bodyPr/>
        <a:lstStyle/>
        <a:p>
          <a:endParaRPr lang="en-US"/>
        </a:p>
      </dgm:t>
    </dgm:pt>
    <dgm:pt modelId="{088755DD-4B70-4C41-AAAF-7E79B6A95236}">
      <dgm:prSet/>
      <dgm:spPr/>
      <dgm:t>
        <a:bodyPr/>
        <a:lstStyle/>
        <a:p>
          <a:r>
            <a:rPr lang="en-US" b="1"/>
            <a:t>3</a:t>
          </a:r>
          <a:r>
            <a:rPr lang="en-US"/>
            <a:t>. </a:t>
          </a:r>
          <a:r>
            <a:rPr lang="en-US" b="1"/>
            <a:t>Host and OS identification</a:t>
          </a:r>
          <a:endParaRPr lang="en-US"/>
        </a:p>
      </dgm:t>
    </dgm:pt>
    <dgm:pt modelId="{4F4354D0-4EA7-49A1-A139-814ABD54D5F4}" type="parTrans" cxnId="{399F1D4A-C074-4697-8949-7890EF40EE5A}">
      <dgm:prSet/>
      <dgm:spPr/>
      <dgm:t>
        <a:bodyPr/>
        <a:lstStyle/>
        <a:p>
          <a:endParaRPr lang="en-US"/>
        </a:p>
      </dgm:t>
    </dgm:pt>
    <dgm:pt modelId="{81F2544F-8EBB-4DBD-9370-AAAE57CAADBF}" type="sibTrans" cxnId="{399F1D4A-C074-4697-8949-7890EF40EE5A}">
      <dgm:prSet/>
      <dgm:spPr/>
      <dgm:t>
        <a:bodyPr/>
        <a:lstStyle/>
        <a:p>
          <a:endParaRPr lang="en-US"/>
        </a:p>
      </dgm:t>
    </dgm:pt>
    <dgm:pt modelId="{33130C5F-894E-4BBD-89B6-7CEB413BB757}">
      <dgm:prSet/>
      <dgm:spPr/>
      <dgm:t>
        <a:bodyPr/>
        <a:lstStyle/>
        <a:p>
          <a:r>
            <a:rPr lang="en-US" b="1"/>
            <a:t>4. Communication visualization</a:t>
          </a:r>
          <a:endParaRPr lang="en-US"/>
        </a:p>
      </dgm:t>
    </dgm:pt>
    <dgm:pt modelId="{3768D56B-7A97-4530-BD2F-45FB0F00716B}" type="parTrans" cxnId="{58FC3B2D-2C7F-44FD-BACB-47326D721C9C}">
      <dgm:prSet/>
      <dgm:spPr/>
      <dgm:t>
        <a:bodyPr/>
        <a:lstStyle/>
        <a:p>
          <a:endParaRPr lang="en-US"/>
        </a:p>
      </dgm:t>
    </dgm:pt>
    <dgm:pt modelId="{E63DFF55-4426-4EE4-82B5-FFF962018A2D}" type="sibTrans" cxnId="{58FC3B2D-2C7F-44FD-BACB-47326D721C9C}">
      <dgm:prSet/>
      <dgm:spPr/>
      <dgm:t>
        <a:bodyPr/>
        <a:lstStyle/>
        <a:p>
          <a:endParaRPr lang="en-US"/>
        </a:p>
      </dgm:t>
    </dgm:pt>
    <dgm:pt modelId="{491CAA89-EFE4-43D4-A4B8-52436825F5E8}">
      <dgm:prSet/>
      <dgm:spPr/>
      <dgm:t>
        <a:bodyPr/>
        <a:lstStyle/>
        <a:p>
          <a:r>
            <a:rPr lang="en-US" b="1"/>
            <a:t>These features enable efficient identification of forensic evidence.</a:t>
          </a:r>
          <a:endParaRPr lang="en-US"/>
        </a:p>
      </dgm:t>
    </dgm:pt>
    <dgm:pt modelId="{C52A29AD-39DF-41EA-A662-02A271B31614}" type="parTrans" cxnId="{81A6507F-799E-4903-BCDA-CC1E918ED711}">
      <dgm:prSet/>
      <dgm:spPr/>
      <dgm:t>
        <a:bodyPr/>
        <a:lstStyle/>
        <a:p>
          <a:endParaRPr lang="en-US"/>
        </a:p>
      </dgm:t>
    </dgm:pt>
    <dgm:pt modelId="{CA1659D6-2C00-469B-BC95-411EB89ACE83}" type="sibTrans" cxnId="{81A6507F-799E-4903-BCDA-CC1E918ED711}">
      <dgm:prSet/>
      <dgm:spPr/>
      <dgm:t>
        <a:bodyPr/>
        <a:lstStyle/>
        <a:p>
          <a:endParaRPr lang="en-US"/>
        </a:p>
      </dgm:t>
    </dgm:pt>
    <dgm:pt modelId="{1E54467E-EE22-4433-926D-FCDFA3BC1D4C}" type="pres">
      <dgm:prSet presAssocID="{A3FE4B32-BEDE-47A3-9689-8F7A2CB85D1A}" presName="vert0" presStyleCnt="0">
        <dgm:presLayoutVars>
          <dgm:dir/>
          <dgm:animOne val="branch"/>
          <dgm:animLvl val="lvl"/>
        </dgm:presLayoutVars>
      </dgm:prSet>
      <dgm:spPr/>
    </dgm:pt>
    <dgm:pt modelId="{BC1B94F8-1701-416F-91A3-320D771B4EB3}" type="pres">
      <dgm:prSet presAssocID="{1DB29D21-862F-4F88-81D6-22B92DCDA6CD}" presName="thickLine" presStyleLbl="alignNode1" presStyleIdx="0" presStyleCnt="6"/>
      <dgm:spPr/>
    </dgm:pt>
    <dgm:pt modelId="{92CAE8DA-9EBC-4F53-99CC-C36A9EF195F8}" type="pres">
      <dgm:prSet presAssocID="{1DB29D21-862F-4F88-81D6-22B92DCDA6CD}" presName="horz1" presStyleCnt="0"/>
      <dgm:spPr/>
    </dgm:pt>
    <dgm:pt modelId="{3E73EE05-696C-4057-8577-080C2DF74EC9}" type="pres">
      <dgm:prSet presAssocID="{1DB29D21-862F-4F88-81D6-22B92DCDA6CD}" presName="tx1" presStyleLbl="revTx" presStyleIdx="0" presStyleCnt="6"/>
      <dgm:spPr/>
    </dgm:pt>
    <dgm:pt modelId="{A2CB8934-45C1-4B25-914E-AB7512243E9C}" type="pres">
      <dgm:prSet presAssocID="{1DB29D21-862F-4F88-81D6-22B92DCDA6CD}" presName="vert1" presStyleCnt="0"/>
      <dgm:spPr/>
    </dgm:pt>
    <dgm:pt modelId="{EE1DDB07-E772-4C09-80A1-3D727A1993F5}" type="pres">
      <dgm:prSet presAssocID="{AF2E1EFC-A977-4F44-815C-BE8129384F91}" presName="thickLine" presStyleLbl="alignNode1" presStyleIdx="1" presStyleCnt="6"/>
      <dgm:spPr/>
    </dgm:pt>
    <dgm:pt modelId="{E6455252-969A-4947-B3A9-01721D93F059}" type="pres">
      <dgm:prSet presAssocID="{AF2E1EFC-A977-4F44-815C-BE8129384F91}" presName="horz1" presStyleCnt="0"/>
      <dgm:spPr/>
    </dgm:pt>
    <dgm:pt modelId="{320A8403-4018-4F3A-B0FC-E2FAAFE1BAE1}" type="pres">
      <dgm:prSet presAssocID="{AF2E1EFC-A977-4F44-815C-BE8129384F91}" presName="tx1" presStyleLbl="revTx" presStyleIdx="1" presStyleCnt="6"/>
      <dgm:spPr/>
    </dgm:pt>
    <dgm:pt modelId="{217DB475-D977-441F-A2FF-8678F82DF7D7}" type="pres">
      <dgm:prSet presAssocID="{AF2E1EFC-A977-4F44-815C-BE8129384F91}" presName="vert1" presStyleCnt="0"/>
      <dgm:spPr/>
    </dgm:pt>
    <dgm:pt modelId="{BE923012-FF1D-418D-85B7-2665B29CEC0E}" type="pres">
      <dgm:prSet presAssocID="{E5C6EEC4-ADA1-43F8-AE20-F201DEB0952C}" presName="thickLine" presStyleLbl="alignNode1" presStyleIdx="2" presStyleCnt="6"/>
      <dgm:spPr/>
    </dgm:pt>
    <dgm:pt modelId="{4ED233E2-D7EE-4316-A4C6-09408D5DAC70}" type="pres">
      <dgm:prSet presAssocID="{E5C6EEC4-ADA1-43F8-AE20-F201DEB0952C}" presName="horz1" presStyleCnt="0"/>
      <dgm:spPr/>
    </dgm:pt>
    <dgm:pt modelId="{5C2C8685-A12C-4C94-96F5-41F5461C2FD9}" type="pres">
      <dgm:prSet presAssocID="{E5C6EEC4-ADA1-43F8-AE20-F201DEB0952C}" presName="tx1" presStyleLbl="revTx" presStyleIdx="2" presStyleCnt="6"/>
      <dgm:spPr/>
    </dgm:pt>
    <dgm:pt modelId="{9D969BFE-D080-45F9-9724-83659EA7E7BF}" type="pres">
      <dgm:prSet presAssocID="{E5C6EEC4-ADA1-43F8-AE20-F201DEB0952C}" presName="vert1" presStyleCnt="0"/>
      <dgm:spPr/>
    </dgm:pt>
    <dgm:pt modelId="{1B076C15-D368-40BC-AC46-CEA27B3A4844}" type="pres">
      <dgm:prSet presAssocID="{088755DD-4B70-4C41-AAAF-7E79B6A95236}" presName="thickLine" presStyleLbl="alignNode1" presStyleIdx="3" presStyleCnt="6"/>
      <dgm:spPr/>
    </dgm:pt>
    <dgm:pt modelId="{54E12259-26EC-4B2C-8B73-0352F16AB3AE}" type="pres">
      <dgm:prSet presAssocID="{088755DD-4B70-4C41-AAAF-7E79B6A95236}" presName="horz1" presStyleCnt="0"/>
      <dgm:spPr/>
    </dgm:pt>
    <dgm:pt modelId="{FC233BF1-E86C-43C2-BCFF-169C320B13F5}" type="pres">
      <dgm:prSet presAssocID="{088755DD-4B70-4C41-AAAF-7E79B6A95236}" presName="tx1" presStyleLbl="revTx" presStyleIdx="3" presStyleCnt="6"/>
      <dgm:spPr/>
    </dgm:pt>
    <dgm:pt modelId="{ED4ECAA6-0B5C-40B9-A849-3EE3B21D3E1C}" type="pres">
      <dgm:prSet presAssocID="{088755DD-4B70-4C41-AAAF-7E79B6A95236}" presName="vert1" presStyleCnt="0"/>
      <dgm:spPr/>
    </dgm:pt>
    <dgm:pt modelId="{F9774C39-8E13-4D4C-BF5F-96F3EDEE6299}" type="pres">
      <dgm:prSet presAssocID="{33130C5F-894E-4BBD-89B6-7CEB413BB757}" presName="thickLine" presStyleLbl="alignNode1" presStyleIdx="4" presStyleCnt="6"/>
      <dgm:spPr/>
    </dgm:pt>
    <dgm:pt modelId="{CBC3D690-6596-4CE4-897D-354F16A6BA07}" type="pres">
      <dgm:prSet presAssocID="{33130C5F-894E-4BBD-89B6-7CEB413BB757}" presName="horz1" presStyleCnt="0"/>
      <dgm:spPr/>
    </dgm:pt>
    <dgm:pt modelId="{E05F9D9A-F8B0-428D-8026-8668481EEFE0}" type="pres">
      <dgm:prSet presAssocID="{33130C5F-894E-4BBD-89B6-7CEB413BB757}" presName="tx1" presStyleLbl="revTx" presStyleIdx="4" presStyleCnt="6"/>
      <dgm:spPr/>
    </dgm:pt>
    <dgm:pt modelId="{1141D488-23B4-41C8-B94D-DDEA86325094}" type="pres">
      <dgm:prSet presAssocID="{33130C5F-894E-4BBD-89B6-7CEB413BB757}" presName="vert1" presStyleCnt="0"/>
      <dgm:spPr/>
    </dgm:pt>
    <dgm:pt modelId="{A8B096FE-82AF-4D87-AD9F-9056D253D02B}" type="pres">
      <dgm:prSet presAssocID="{491CAA89-EFE4-43D4-A4B8-52436825F5E8}" presName="thickLine" presStyleLbl="alignNode1" presStyleIdx="5" presStyleCnt="6"/>
      <dgm:spPr/>
    </dgm:pt>
    <dgm:pt modelId="{5B1BB6A7-96CB-491E-B7F6-7212894CEA56}" type="pres">
      <dgm:prSet presAssocID="{491CAA89-EFE4-43D4-A4B8-52436825F5E8}" presName="horz1" presStyleCnt="0"/>
      <dgm:spPr/>
    </dgm:pt>
    <dgm:pt modelId="{63B41E9D-AD83-49DE-95A0-50436D294AF2}" type="pres">
      <dgm:prSet presAssocID="{491CAA89-EFE4-43D4-A4B8-52436825F5E8}" presName="tx1" presStyleLbl="revTx" presStyleIdx="5" presStyleCnt="6"/>
      <dgm:spPr/>
    </dgm:pt>
    <dgm:pt modelId="{4B3E898C-5ACA-42B7-B9F5-B67915EA7568}" type="pres">
      <dgm:prSet presAssocID="{491CAA89-EFE4-43D4-A4B8-52436825F5E8}" presName="vert1" presStyleCnt="0"/>
      <dgm:spPr/>
    </dgm:pt>
  </dgm:ptLst>
  <dgm:cxnLst>
    <dgm:cxn modelId="{6A9DFD01-1B5D-40F0-BEF8-1FDE62AC1B1F}" srcId="{A3FE4B32-BEDE-47A3-9689-8F7A2CB85D1A}" destId="{1DB29D21-862F-4F88-81D6-22B92DCDA6CD}" srcOrd="0" destOrd="0" parTransId="{51C9D5D0-3AAD-4A17-922F-B332AD7B0E78}" sibTransId="{2285028C-B6E2-4885-8C68-2DB2EFD4A81D}"/>
    <dgm:cxn modelId="{7C771611-A842-480B-9EC5-4DE195B63F27}" type="presOf" srcId="{33130C5F-894E-4BBD-89B6-7CEB413BB757}" destId="{E05F9D9A-F8B0-428D-8026-8668481EEFE0}" srcOrd="0" destOrd="0" presId="urn:microsoft.com/office/officeart/2008/layout/LinedList"/>
    <dgm:cxn modelId="{ED6B4E1B-B885-4148-994D-438A7D303441}" type="presOf" srcId="{AF2E1EFC-A977-4F44-815C-BE8129384F91}" destId="{320A8403-4018-4F3A-B0FC-E2FAAFE1BAE1}" srcOrd="0" destOrd="0" presId="urn:microsoft.com/office/officeart/2008/layout/LinedList"/>
    <dgm:cxn modelId="{58FC3B2D-2C7F-44FD-BACB-47326D721C9C}" srcId="{A3FE4B32-BEDE-47A3-9689-8F7A2CB85D1A}" destId="{33130C5F-894E-4BBD-89B6-7CEB413BB757}" srcOrd="4" destOrd="0" parTransId="{3768D56B-7A97-4530-BD2F-45FB0F00716B}" sibTransId="{E63DFF55-4426-4EE4-82B5-FFF962018A2D}"/>
    <dgm:cxn modelId="{CC3B685B-A4EE-41E0-916B-810A842690F6}" srcId="{A3FE4B32-BEDE-47A3-9689-8F7A2CB85D1A}" destId="{AF2E1EFC-A977-4F44-815C-BE8129384F91}" srcOrd="1" destOrd="0" parTransId="{F1C8A2D9-B7BC-46BB-8F42-7CAF31D35891}" sibTransId="{2E933B9E-0114-4481-AB80-18D608E608D8}"/>
    <dgm:cxn modelId="{5F02F642-0FCB-4E8B-A45A-268CB424ADA4}" type="presOf" srcId="{491CAA89-EFE4-43D4-A4B8-52436825F5E8}" destId="{63B41E9D-AD83-49DE-95A0-50436D294AF2}" srcOrd="0" destOrd="0" presId="urn:microsoft.com/office/officeart/2008/layout/LinedList"/>
    <dgm:cxn modelId="{399F1D4A-C074-4697-8949-7890EF40EE5A}" srcId="{A3FE4B32-BEDE-47A3-9689-8F7A2CB85D1A}" destId="{088755DD-4B70-4C41-AAAF-7E79B6A95236}" srcOrd="3" destOrd="0" parTransId="{4F4354D0-4EA7-49A1-A139-814ABD54D5F4}" sibTransId="{81F2544F-8EBB-4DBD-9370-AAAE57CAADBF}"/>
    <dgm:cxn modelId="{97C7647D-EB23-4078-B988-30D5B7104C1A}" srcId="{A3FE4B32-BEDE-47A3-9689-8F7A2CB85D1A}" destId="{E5C6EEC4-ADA1-43F8-AE20-F201DEB0952C}" srcOrd="2" destOrd="0" parTransId="{1502D19E-3BE9-4D7F-9F3A-000B8794E033}" sibTransId="{9F4269FD-DE37-48D3-B0C9-D87286C234EA}"/>
    <dgm:cxn modelId="{81A6507F-799E-4903-BCDA-CC1E918ED711}" srcId="{A3FE4B32-BEDE-47A3-9689-8F7A2CB85D1A}" destId="{491CAA89-EFE4-43D4-A4B8-52436825F5E8}" srcOrd="5" destOrd="0" parTransId="{C52A29AD-39DF-41EA-A662-02A271B31614}" sibTransId="{CA1659D6-2C00-469B-BC95-411EB89ACE83}"/>
    <dgm:cxn modelId="{4ACB0C83-5501-48D2-B458-53215964D204}" type="presOf" srcId="{1DB29D21-862F-4F88-81D6-22B92DCDA6CD}" destId="{3E73EE05-696C-4057-8577-080C2DF74EC9}" srcOrd="0" destOrd="0" presId="urn:microsoft.com/office/officeart/2008/layout/LinedList"/>
    <dgm:cxn modelId="{2ECF928D-AC46-4E4E-8B70-8C4E24CC72F3}" type="presOf" srcId="{E5C6EEC4-ADA1-43F8-AE20-F201DEB0952C}" destId="{5C2C8685-A12C-4C94-96F5-41F5461C2FD9}" srcOrd="0" destOrd="0" presId="urn:microsoft.com/office/officeart/2008/layout/LinedList"/>
    <dgm:cxn modelId="{44CC1DA3-CF32-4CBD-B55B-407D8941F61B}" type="presOf" srcId="{A3FE4B32-BEDE-47A3-9689-8F7A2CB85D1A}" destId="{1E54467E-EE22-4433-926D-FCDFA3BC1D4C}" srcOrd="0" destOrd="0" presId="urn:microsoft.com/office/officeart/2008/layout/LinedList"/>
    <dgm:cxn modelId="{0CE773B0-F8B8-45FA-B782-619D601C7326}" type="presOf" srcId="{088755DD-4B70-4C41-AAAF-7E79B6A95236}" destId="{FC233BF1-E86C-43C2-BCFF-169C320B13F5}" srcOrd="0" destOrd="0" presId="urn:microsoft.com/office/officeart/2008/layout/LinedList"/>
    <dgm:cxn modelId="{F687B33D-B25A-4B85-8ABE-A8E766A27D39}" type="presParOf" srcId="{1E54467E-EE22-4433-926D-FCDFA3BC1D4C}" destId="{BC1B94F8-1701-416F-91A3-320D771B4EB3}" srcOrd="0" destOrd="0" presId="urn:microsoft.com/office/officeart/2008/layout/LinedList"/>
    <dgm:cxn modelId="{B1F1316F-7911-4995-8211-52433E57AC60}" type="presParOf" srcId="{1E54467E-EE22-4433-926D-FCDFA3BC1D4C}" destId="{92CAE8DA-9EBC-4F53-99CC-C36A9EF195F8}" srcOrd="1" destOrd="0" presId="urn:microsoft.com/office/officeart/2008/layout/LinedList"/>
    <dgm:cxn modelId="{7AAFD0A6-A9C8-409D-BDFF-AD9D73727589}" type="presParOf" srcId="{92CAE8DA-9EBC-4F53-99CC-C36A9EF195F8}" destId="{3E73EE05-696C-4057-8577-080C2DF74EC9}" srcOrd="0" destOrd="0" presId="urn:microsoft.com/office/officeart/2008/layout/LinedList"/>
    <dgm:cxn modelId="{32371848-318F-419F-9A93-78F4C74D7261}" type="presParOf" srcId="{92CAE8DA-9EBC-4F53-99CC-C36A9EF195F8}" destId="{A2CB8934-45C1-4B25-914E-AB7512243E9C}" srcOrd="1" destOrd="0" presId="urn:microsoft.com/office/officeart/2008/layout/LinedList"/>
    <dgm:cxn modelId="{3D4D5329-9715-4AB9-B904-0EC2BD3C91CF}" type="presParOf" srcId="{1E54467E-EE22-4433-926D-FCDFA3BC1D4C}" destId="{EE1DDB07-E772-4C09-80A1-3D727A1993F5}" srcOrd="2" destOrd="0" presId="urn:microsoft.com/office/officeart/2008/layout/LinedList"/>
    <dgm:cxn modelId="{16DEB428-B9BA-47B5-A3E8-20E943F7DFDD}" type="presParOf" srcId="{1E54467E-EE22-4433-926D-FCDFA3BC1D4C}" destId="{E6455252-969A-4947-B3A9-01721D93F059}" srcOrd="3" destOrd="0" presId="urn:microsoft.com/office/officeart/2008/layout/LinedList"/>
    <dgm:cxn modelId="{04A25584-947B-462E-87D1-40EDC0C1C1D6}" type="presParOf" srcId="{E6455252-969A-4947-B3A9-01721D93F059}" destId="{320A8403-4018-4F3A-B0FC-E2FAAFE1BAE1}" srcOrd="0" destOrd="0" presId="urn:microsoft.com/office/officeart/2008/layout/LinedList"/>
    <dgm:cxn modelId="{83E75C4E-76C1-4D4A-BD5D-44058C38C5FF}" type="presParOf" srcId="{E6455252-969A-4947-B3A9-01721D93F059}" destId="{217DB475-D977-441F-A2FF-8678F82DF7D7}" srcOrd="1" destOrd="0" presId="urn:microsoft.com/office/officeart/2008/layout/LinedList"/>
    <dgm:cxn modelId="{14D1467B-5C8D-4C07-A746-ADE7EECA6F8C}" type="presParOf" srcId="{1E54467E-EE22-4433-926D-FCDFA3BC1D4C}" destId="{BE923012-FF1D-418D-85B7-2665B29CEC0E}" srcOrd="4" destOrd="0" presId="urn:microsoft.com/office/officeart/2008/layout/LinedList"/>
    <dgm:cxn modelId="{9C40496E-D72E-46B0-835A-1CE7E7AEA3EB}" type="presParOf" srcId="{1E54467E-EE22-4433-926D-FCDFA3BC1D4C}" destId="{4ED233E2-D7EE-4316-A4C6-09408D5DAC70}" srcOrd="5" destOrd="0" presId="urn:microsoft.com/office/officeart/2008/layout/LinedList"/>
    <dgm:cxn modelId="{E56D1BEB-4C4D-4AFC-936A-BF2CF782B0F6}" type="presParOf" srcId="{4ED233E2-D7EE-4316-A4C6-09408D5DAC70}" destId="{5C2C8685-A12C-4C94-96F5-41F5461C2FD9}" srcOrd="0" destOrd="0" presId="urn:microsoft.com/office/officeart/2008/layout/LinedList"/>
    <dgm:cxn modelId="{C37F1BC2-8175-4439-A3CF-477D93D43FEA}" type="presParOf" srcId="{4ED233E2-D7EE-4316-A4C6-09408D5DAC70}" destId="{9D969BFE-D080-45F9-9724-83659EA7E7BF}" srcOrd="1" destOrd="0" presId="urn:microsoft.com/office/officeart/2008/layout/LinedList"/>
    <dgm:cxn modelId="{D746CE17-A80F-4F8D-B6E2-E20C826880C5}" type="presParOf" srcId="{1E54467E-EE22-4433-926D-FCDFA3BC1D4C}" destId="{1B076C15-D368-40BC-AC46-CEA27B3A4844}" srcOrd="6" destOrd="0" presId="urn:microsoft.com/office/officeart/2008/layout/LinedList"/>
    <dgm:cxn modelId="{B8C254C2-95E2-4886-B5AF-2C34180F5DB1}" type="presParOf" srcId="{1E54467E-EE22-4433-926D-FCDFA3BC1D4C}" destId="{54E12259-26EC-4B2C-8B73-0352F16AB3AE}" srcOrd="7" destOrd="0" presId="urn:microsoft.com/office/officeart/2008/layout/LinedList"/>
    <dgm:cxn modelId="{D6F73BD5-A9C5-44D1-A18B-442027F1B3C2}" type="presParOf" srcId="{54E12259-26EC-4B2C-8B73-0352F16AB3AE}" destId="{FC233BF1-E86C-43C2-BCFF-169C320B13F5}" srcOrd="0" destOrd="0" presId="urn:microsoft.com/office/officeart/2008/layout/LinedList"/>
    <dgm:cxn modelId="{149670A3-CA57-439D-BABC-95165C2C4772}" type="presParOf" srcId="{54E12259-26EC-4B2C-8B73-0352F16AB3AE}" destId="{ED4ECAA6-0B5C-40B9-A849-3EE3B21D3E1C}" srcOrd="1" destOrd="0" presId="urn:microsoft.com/office/officeart/2008/layout/LinedList"/>
    <dgm:cxn modelId="{383ACAFE-6784-428B-9DC8-448A03A83880}" type="presParOf" srcId="{1E54467E-EE22-4433-926D-FCDFA3BC1D4C}" destId="{F9774C39-8E13-4D4C-BF5F-96F3EDEE6299}" srcOrd="8" destOrd="0" presId="urn:microsoft.com/office/officeart/2008/layout/LinedList"/>
    <dgm:cxn modelId="{C63715E7-C132-45BA-8771-7DF52D2C66A6}" type="presParOf" srcId="{1E54467E-EE22-4433-926D-FCDFA3BC1D4C}" destId="{CBC3D690-6596-4CE4-897D-354F16A6BA07}" srcOrd="9" destOrd="0" presId="urn:microsoft.com/office/officeart/2008/layout/LinedList"/>
    <dgm:cxn modelId="{5FCA7D04-545A-46BD-A21C-5DCDAEF000A9}" type="presParOf" srcId="{CBC3D690-6596-4CE4-897D-354F16A6BA07}" destId="{E05F9D9A-F8B0-428D-8026-8668481EEFE0}" srcOrd="0" destOrd="0" presId="urn:microsoft.com/office/officeart/2008/layout/LinedList"/>
    <dgm:cxn modelId="{A87D5E5D-CD69-40D5-9EF7-91D09D92FAB5}" type="presParOf" srcId="{CBC3D690-6596-4CE4-897D-354F16A6BA07}" destId="{1141D488-23B4-41C8-B94D-DDEA86325094}" srcOrd="1" destOrd="0" presId="urn:microsoft.com/office/officeart/2008/layout/LinedList"/>
    <dgm:cxn modelId="{D654DBF0-ECD1-4D29-B59F-09E9595646CF}" type="presParOf" srcId="{1E54467E-EE22-4433-926D-FCDFA3BC1D4C}" destId="{A8B096FE-82AF-4D87-AD9F-9056D253D02B}" srcOrd="10" destOrd="0" presId="urn:microsoft.com/office/officeart/2008/layout/LinedList"/>
    <dgm:cxn modelId="{BB5EBB41-DA26-4AFE-BDA4-EC16BA740563}" type="presParOf" srcId="{1E54467E-EE22-4433-926D-FCDFA3BC1D4C}" destId="{5B1BB6A7-96CB-491E-B7F6-7212894CEA56}" srcOrd="11" destOrd="0" presId="urn:microsoft.com/office/officeart/2008/layout/LinedList"/>
    <dgm:cxn modelId="{416CD492-F052-42BA-AED0-E7A1E97902A5}" type="presParOf" srcId="{5B1BB6A7-96CB-491E-B7F6-7212894CEA56}" destId="{63B41E9D-AD83-49DE-95A0-50436D294AF2}" srcOrd="0" destOrd="0" presId="urn:microsoft.com/office/officeart/2008/layout/LinedList"/>
    <dgm:cxn modelId="{B66E8AD4-3D0E-46B8-ACB8-E28E6B935B29}" type="presParOf" srcId="{5B1BB6A7-96CB-491E-B7F6-7212894CEA56}" destId="{4B3E898C-5ACA-42B7-B9F5-B67915EA7568}"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A785A52-0F50-4673-A7AC-D58B6174FE8F}"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6883BE4-6E58-4D47-8787-344F7FF7FC57}">
      <dgm:prSet/>
      <dgm:spPr/>
      <dgm:t>
        <a:bodyPr/>
        <a:lstStyle/>
        <a:p>
          <a:r>
            <a:rPr lang="en-US" b="1"/>
            <a:t>A financial institution detects unusual outbound traffic from an internal workstation during non-business hours.</a:t>
          </a:r>
          <a:endParaRPr lang="en-US"/>
        </a:p>
      </dgm:t>
    </dgm:pt>
    <dgm:pt modelId="{50D1E750-5963-4C36-8AB8-0968FB414A2B}" type="parTrans" cxnId="{0DEA10A0-9507-4734-8A83-A0E3A33AD84E}">
      <dgm:prSet/>
      <dgm:spPr/>
      <dgm:t>
        <a:bodyPr/>
        <a:lstStyle/>
        <a:p>
          <a:endParaRPr lang="en-US"/>
        </a:p>
      </dgm:t>
    </dgm:pt>
    <dgm:pt modelId="{FE300071-6032-4CBD-8E6F-F47DFEAF91AB}" type="sibTrans" cxnId="{0DEA10A0-9507-4734-8A83-A0E3A33AD84E}">
      <dgm:prSet/>
      <dgm:spPr/>
      <dgm:t>
        <a:bodyPr/>
        <a:lstStyle/>
        <a:p>
          <a:endParaRPr lang="en-US"/>
        </a:p>
      </dgm:t>
    </dgm:pt>
    <dgm:pt modelId="{F1F0CFE5-D852-43B7-AEFE-E70B29F9A4C7}">
      <dgm:prSet/>
      <dgm:spPr/>
      <dgm:t>
        <a:bodyPr/>
        <a:lstStyle/>
        <a:p>
          <a:r>
            <a:rPr lang="en-US" b="1"/>
            <a:t>A system scan did not detect any suspicious files, suggesting that evidence may have been deleted.</a:t>
          </a:r>
          <a:endParaRPr lang="en-US"/>
        </a:p>
      </dgm:t>
    </dgm:pt>
    <dgm:pt modelId="{494C6C04-CD79-448D-9747-83D7245D6FEF}" type="parTrans" cxnId="{431558B3-946D-4F5F-B91D-2E2AD9CCCD00}">
      <dgm:prSet/>
      <dgm:spPr/>
      <dgm:t>
        <a:bodyPr/>
        <a:lstStyle/>
        <a:p>
          <a:endParaRPr lang="en-US"/>
        </a:p>
      </dgm:t>
    </dgm:pt>
    <dgm:pt modelId="{2DAB1C84-BD42-43C4-8C72-A9F2844E41BF}" type="sibTrans" cxnId="{431558B3-946D-4F5F-B91D-2E2AD9CCCD00}">
      <dgm:prSet/>
      <dgm:spPr/>
      <dgm:t>
        <a:bodyPr/>
        <a:lstStyle/>
        <a:p>
          <a:endParaRPr lang="en-US"/>
        </a:p>
      </dgm:t>
    </dgm:pt>
    <dgm:pt modelId="{EC69FFE7-7A00-4BC0-9FA4-8D27E46ED0B6}">
      <dgm:prSet/>
      <dgm:spPr/>
      <dgm:t>
        <a:bodyPr/>
        <a:lstStyle/>
        <a:p>
          <a:r>
            <a:rPr lang="en-US" b="1"/>
            <a:t>Investigators used intercepted network traffic to determine whether sensitive data was being sent out and reconstruct its activities.</a:t>
          </a:r>
          <a:endParaRPr lang="en-US"/>
        </a:p>
      </dgm:t>
    </dgm:pt>
    <dgm:pt modelId="{2A45FCBC-0AAE-4D4A-A74C-73BC3DA4FFF5}" type="parTrans" cxnId="{3DE75EC1-99B2-41E1-A347-CC16580D912E}">
      <dgm:prSet/>
      <dgm:spPr/>
      <dgm:t>
        <a:bodyPr/>
        <a:lstStyle/>
        <a:p>
          <a:endParaRPr lang="en-US"/>
        </a:p>
      </dgm:t>
    </dgm:pt>
    <dgm:pt modelId="{1D3CC7D2-2166-4595-A1BB-7A9AB3A8443A}" type="sibTrans" cxnId="{3DE75EC1-99B2-41E1-A347-CC16580D912E}">
      <dgm:prSet/>
      <dgm:spPr/>
      <dgm:t>
        <a:bodyPr/>
        <a:lstStyle/>
        <a:p>
          <a:endParaRPr lang="en-US"/>
        </a:p>
      </dgm:t>
    </dgm:pt>
    <dgm:pt modelId="{5312C156-D605-4805-B9A1-8840874524E2}" type="pres">
      <dgm:prSet presAssocID="{9A785A52-0F50-4673-A7AC-D58B6174FE8F}" presName="root" presStyleCnt="0">
        <dgm:presLayoutVars>
          <dgm:dir/>
          <dgm:resizeHandles val="exact"/>
        </dgm:presLayoutVars>
      </dgm:prSet>
      <dgm:spPr/>
    </dgm:pt>
    <dgm:pt modelId="{AF405139-2030-46D4-9462-CC4E38249770}" type="pres">
      <dgm:prSet presAssocID="{C6883BE4-6E58-4D47-8787-344F7FF7FC57}" presName="compNode" presStyleCnt="0"/>
      <dgm:spPr/>
    </dgm:pt>
    <dgm:pt modelId="{6C44DDA0-4A96-44C2-9523-69471E2D3F9F}" type="pres">
      <dgm:prSet presAssocID="{C6883BE4-6E58-4D47-8787-344F7FF7FC57}" presName="bgRect" presStyleLbl="bgShp" presStyleIdx="0" presStyleCnt="3"/>
      <dgm:spPr/>
    </dgm:pt>
    <dgm:pt modelId="{279265A7-3C16-4852-92CF-8D189A3887C2}" type="pres">
      <dgm:prSet presAssocID="{C6883BE4-6E58-4D47-8787-344F7FF7FC5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B79A33F5-4DEE-4798-A8F1-8C1ED1580FD9}" type="pres">
      <dgm:prSet presAssocID="{C6883BE4-6E58-4D47-8787-344F7FF7FC57}" presName="spaceRect" presStyleCnt="0"/>
      <dgm:spPr/>
    </dgm:pt>
    <dgm:pt modelId="{83995324-AD06-4383-BBE2-8C8396E9051A}" type="pres">
      <dgm:prSet presAssocID="{C6883BE4-6E58-4D47-8787-344F7FF7FC57}" presName="parTx" presStyleLbl="revTx" presStyleIdx="0" presStyleCnt="3">
        <dgm:presLayoutVars>
          <dgm:chMax val="0"/>
          <dgm:chPref val="0"/>
        </dgm:presLayoutVars>
      </dgm:prSet>
      <dgm:spPr/>
    </dgm:pt>
    <dgm:pt modelId="{A8468C1C-8D63-4105-8011-77E8CF898F24}" type="pres">
      <dgm:prSet presAssocID="{FE300071-6032-4CBD-8E6F-F47DFEAF91AB}" presName="sibTrans" presStyleCnt="0"/>
      <dgm:spPr/>
    </dgm:pt>
    <dgm:pt modelId="{D71630E9-1D60-4F49-BF55-C5483B960317}" type="pres">
      <dgm:prSet presAssocID="{F1F0CFE5-D852-43B7-AEFE-E70B29F9A4C7}" presName="compNode" presStyleCnt="0"/>
      <dgm:spPr/>
    </dgm:pt>
    <dgm:pt modelId="{D6B340BD-AFD3-41AB-837C-2935FE58F4EE}" type="pres">
      <dgm:prSet presAssocID="{F1F0CFE5-D852-43B7-AEFE-E70B29F9A4C7}" presName="bgRect" presStyleLbl="bgShp" presStyleIdx="1" presStyleCnt="3"/>
      <dgm:spPr/>
    </dgm:pt>
    <dgm:pt modelId="{6FE5FF92-92FE-49FB-8C13-F180905D6D70}" type="pres">
      <dgm:prSet presAssocID="{F1F0CFE5-D852-43B7-AEFE-E70B29F9A4C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canner"/>
        </a:ext>
      </dgm:extLst>
    </dgm:pt>
    <dgm:pt modelId="{164C58DF-FDEA-4F63-9B80-7961B2AEEF8C}" type="pres">
      <dgm:prSet presAssocID="{F1F0CFE5-D852-43B7-AEFE-E70B29F9A4C7}" presName="spaceRect" presStyleCnt="0"/>
      <dgm:spPr/>
    </dgm:pt>
    <dgm:pt modelId="{AC459F65-8DE6-437A-B485-12642F739D7F}" type="pres">
      <dgm:prSet presAssocID="{F1F0CFE5-D852-43B7-AEFE-E70B29F9A4C7}" presName="parTx" presStyleLbl="revTx" presStyleIdx="1" presStyleCnt="3">
        <dgm:presLayoutVars>
          <dgm:chMax val="0"/>
          <dgm:chPref val="0"/>
        </dgm:presLayoutVars>
      </dgm:prSet>
      <dgm:spPr/>
    </dgm:pt>
    <dgm:pt modelId="{A246B84A-32E7-4844-B404-8EA84AF01C7A}" type="pres">
      <dgm:prSet presAssocID="{2DAB1C84-BD42-43C4-8C72-A9F2844E41BF}" presName="sibTrans" presStyleCnt="0"/>
      <dgm:spPr/>
    </dgm:pt>
    <dgm:pt modelId="{B2639BCC-7811-4704-8BF3-1F9368F4EC51}" type="pres">
      <dgm:prSet presAssocID="{EC69FFE7-7A00-4BC0-9FA4-8D27E46ED0B6}" presName="compNode" presStyleCnt="0"/>
      <dgm:spPr/>
    </dgm:pt>
    <dgm:pt modelId="{A86D79E0-1E73-4391-AF3B-09E8E9CA70B9}" type="pres">
      <dgm:prSet presAssocID="{EC69FFE7-7A00-4BC0-9FA4-8D27E46ED0B6}" presName="bgRect" presStyleLbl="bgShp" presStyleIdx="2" presStyleCnt="3"/>
      <dgm:spPr/>
    </dgm:pt>
    <dgm:pt modelId="{DBB61421-8F1C-4631-A2AB-A532579CC5A4}" type="pres">
      <dgm:prSet presAssocID="{EC69FFE7-7A00-4BC0-9FA4-8D27E46ED0B6}"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etective"/>
        </a:ext>
      </dgm:extLst>
    </dgm:pt>
    <dgm:pt modelId="{D04B4D2D-48E7-400C-8036-A414E3AD4AD4}" type="pres">
      <dgm:prSet presAssocID="{EC69FFE7-7A00-4BC0-9FA4-8D27E46ED0B6}" presName="spaceRect" presStyleCnt="0"/>
      <dgm:spPr/>
    </dgm:pt>
    <dgm:pt modelId="{26AF4C28-FF17-4B83-82B9-2D08A5309B28}" type="pres">
      <dgm:prSet presAssocID="{EC69FFE7-7A00-4BC0-9FA4-8D27E46ED0B6}" presName="parTx" presStyleLbl="revTx" presStyleIdx="2" presStyleCnt="3">
        <dgm:presLayoutVars>
          <dgm:chMax val="0"/>
          <dgm:chPref val="0"/>
        </dgm:presLayoutVars>
      </dgm:prSet>
      <dgm:spPr/>
    </dgm:pt>
  </dgm:ptLst>
  <dgm:cxnLst>
    <dgm:cxn modelId="{A89D2D1C-3DEF-4DF5-8975-D148E7628B77}" type="presOf" srcId="{9A785A52-0F50-4673-A7AC-D58B6174FE8F}" destId="{5312C156-D605-4805-B9A1-8840874524E2}" srcOrd="0" destOrd="0" presId="urn:microsoft.com/office/officeart/2018/2/layout/IconVerticalSolidList"/>
    <dgm:cxn modelId="{DB640F81-1F81-470D-B5F7-656D157FB4A1}" type="presOf" srcId="{EC69FFE7-7A00-4BC0-9FA4-8D27E46ED0B6}" destId="{26AF4C28-FF17-4B83-82B9-2D08A5309B28}" srcOrd="0" destOrd="0" presId="urn:microsoft.com/office/officeart/2018/2/layout/IconVerticalSolidList"/>
    <dgm:cxn modelId="{0DEA10A0-9507-4734-8A83-A0E3A33AD84E}" srcId="{9A785A52-0F50-4673-A7AC-D58B6174FE8F}" destId="{C6883BE4-6E58-4D47-8787-344F7FF7FC57}" srcOrd="0" destOrd="0" parTransId="{50D1E750-5963-4C36-8AB8-0968FB414A2B}" sibTransId="{FE300071-6032-4CBD-8E6F-F47DFEAF91AB}"/>
    <dgm:cxn modelId="{431558B3-946D-4F5F-B91D-2E2AD9CCCD00}" srcId="{9A785A52-0F50-4673-A7AC-D58B6174FE8F}" destId="{F1F0CFE5-D852-43B7-AEFE-E70B29F9A4C7}" srcOrd="1" destOrd="0" parTransId="{494C6C04-CD79-448D-9747-83D7245D6FEF}" sibTransId="{2DAB1C84-BD42-43C4-8C72-A9F2844E41BF}"/>
    <dgm:cxn modelId="{3DE75EC1-99B2-41E1-A347-CC16580D912E}" srcId="{9A785A52-0F50-4673-A7AC-D58B6174FE8F}" destId="{EC69FFE7-7A00-4BC0-9FA4-8D27E46ED0B6}" srcOrd="2" destOrd="0" parTransId="{2A45FCBC-0AAE-4D4A-A74C-73BC3DA4FFF5}" sibTransId="{1D3CC7D2-2166-4595-A1BB-7A9AB3A8443A}"/>
    <dgm:cxn modelId="{31C23EF5-B37E-423C-B71E-51ABCC7F775A}" type="presOf" srcId="{F1F0CFE5-D852-43B7-AEFE-E70B29F9A4C7}" destId="{AC459F65-8DE6-437A-B485-12642F739D7F}" srcOrd="0" destOrd="0" presId="urn:microsoft.com/office/officeart/2018/2/layout/IconVerticalSolidList"/>
    <dgm:cxn modelId="{FE15D5FC-25C0-4DD9-BA83-05DF2F6C7538}" type="presOf" srcId="{C6883BE4-6E58-4D47-8787-344F7FF7FC57}" destId="{83995324-AD06-4383-BBE2-8C8396E9051A}" srcOrd="0" destOrd="0" presId="urn:microsoft.com/office/officeart/2018/2/layout/IconVerticalSolidList"/>
    <dgm:cxn modelId="{6AE1BDC9-07D6-4FE9-9839-11F6D2DFC5A9}" type="presParOf" srcId="{5312C156-D605-4805-B9A1-8840874524E2}" destId="{AF405139-2030-46D4-9462-CC4E38249770}" srcOrd="0" destOrd="0" presId="urn:microsoft.com/office/officeart/2018/2/layout/IconVerticalSolidList"/>
    <dgm:cxn modelId="{72269E72-8974-428F-8CC6-74D1ADDDBD16}" type="presParOf" srcId="{AF405139-2030-46D4-9462-CC4E38249770}" destId="{6C44DDA0-4A96-44C2-9523-69471E2D3F9F}" srcOrd="0" destOrd="0" presId="urn:microsoft.com/office/officeart/2018/2/layout/IconVerticalSolidList"/>
    <dgm:cxn modelId="{0685E55E-E98E-410D-AFF8-B688ADACC2E5}" type="presParOf" srcId="{AF405139-2030-46D4-9462-CC4E38249770}" destId="{279265A7-3C16-4852-92CF-8D189A3887C2}" srcOrd="1" destOrd="0" presId="urn:microsoft.com/office/officeart/2018/2/layout/IconVerticalSolidList"/>
    <dgm:cxn modelId="{1C8505AD-E016-40AC-A117-1D237119D8F0}" type="presParOf" srcId="{AF405139-2030-46D4-9462-CC4E38249770}" destId="{B79A33F5-4DEE-4798-A8F1-8C1ED1580FD9}" srcOrd="2" destOrd="0" presId="urn:microsoft.com/office/officeart/2018/2/layout/IconVerticalSolidList"/>
    <dgm:cxn modelId="{457F8241-6FF3-4653-8C1C-A7270AD90D7E}" type="presParOf" srcId="{AF405139-2030-46D4-9462-CC4E38249770}" destId="{83995324-AD06-4383-BBE2-8C8396E9051A}" srcOrd="3" destOrd="0" presId="urn:microsoft.com/office/officeart/2018/2/layout/IconVerticalSolidList"/>
    <dgm:cxn modelId="{C938EF1C-0219-4875-96A9-3AF23BDAEAF5}" type="presParOf" srcId="{5312C156-D605-4805-B9A1-8840874524E2}" destId="{A8468C1C-8D63-4105-8011-77E8CF898F24}" srcOrd="1" destOrd="0" presId="urn:microsoft.com/office/officeart/2018/2/layout/IconVerticalSolidList"/>
    <dgm:cxn modelId="{B29B56C0-BE59-4959-9714-41371544B8FC}" type="presParOf" srcId="{5312C156-D605-4805-B9A1-8840874524E2}" destId="{D71630E9-1D60-4F49-BF55-C5483B960317}" srcOrd="2" destOrd="0" presId="urn:microsoft.com/office/officeart/2018/2/layout/IconVerticalSolidList"/>
    <dgm:cxn modelId="{B204F76B-69A1-4016-BB26-C0CB624B980A}" type="presParOf" srcId="{D71630E9-1D60-4F49-BF55-C5483B960317}" destId="{D6B340BD-AFD3-41AB-837C-2935FE58F4EE}" srcOrd="0" destOrd="0" presId="urn:microsoft.com/office/officeart/2018/2/layout/IconVerticalSolidList"/>
    <dgm:cxn modelId="{95D8018E-A4CA-4EE4-9BAF-439BE4F3D91F}" type="presParOf" srcId="{D71630E9-1D60-4F49-BF55-C5483B960317}" destId="{6FE5FF92-92FE-49FB-8C13-F180905D6D70}" srcOrd="1" destOrd="0" presId="urn:microsoft.com/office/officeart/2018/2/layout/IconVerticalSolidList"/>
    <dgm:cxn modelId="{8D9EEE5E-F2AA-40D8-9252-B87D19DB344E}" type="presParOf" srcId="{D71630E9-1D60-4F49-BF55-C5483B960317}" destId="{164C58DF-FDEA-4F63-9B80-7961B2AEEF8C}" srcOrd="2" destOrd="0" presId="urn:microsoft.com/office/officeart/2018/2/layout/IconVerticalSolidList"/>
    <dgm:cxn modelId="{8AE3A3A8-5E2E-48BB-8432-E9E4DDC1E19B}" type="presParOf" srcId="{D71630E9-1D60-4F49-BF55-C5483B960317}" destId="{AC459F65-8DE6-437A-B485-12642F739D7F}" srcOrd="3" destOrd="0" presId="urn:microsoft.com/office/officeart/2018/2/layout/IconVerticalSolidList"/>
    <dgm:cxn modelId="{1608D6AD-4F70-4D2B-92B0-3A6111EF917E}" type="presParOf" srcId="{5312C156-D605-4805-B9A1-8840874524E2}" destId="{A246B84A-32E7-4844-B404-8EA84AF01C7A}" srcOrd="3" destOrd="0" presId="urn:microsoft.com/office/officeart/2018/2/layout/IconVerticalSolidList"/>
    <dgm:cxn modelId="{2744C52A-4207-4B2B-890E-028AB427015E}" type="presParOf" srcId="{5312C156-D605-4805-B9A1-8840874524E2}" destId="{B2639BCC-7811-4704-8BF3-1F9368F4EC51}" srcOrd="4" destOrd="0" presId="urn:microsoft.com/office/officeart/2018/2/layout/IconVerticalSolidList"/>
    <dgm:cxn modelId="{27369179-6740-4052-93C6-99D228FD5D21}" type="presParOf" srcId="{B2639BCC-7811-4704-8BF3-1F9368F4EC51}" destId="{A86D79E0-1E73-4391-AF3B-09E8E9CA70B9}" srcOrd="0" destOrd="0" presId="urn:microsoft.com/office/officeart/2018/2/layout/IconVerticalSolidList"/>
    <dgm:cxn modelId="{B95D28F1-D7B7-41B9-9AC2-A14D6CF0A766}" type="presParOf" srcId="{B2639BCC-7811-4704-8BF3-1F9368F4EC51}" destId="{DBB61421-8F1C-4631-A2AB-A532579CC5A4}" srcOrd="1" destOrd="0" presId="urn:microsoft.com/office/officeart/2018/2/layout/IconVerticalSolidList"/>
    <dgm:cxn modelId="{FC4F8736-7645-43AB-969C-79C91D176B69}" type="presParOf" srcId="{B2639BCC-7811-4704-8BF3-1F9368F4EC51}" destId="{D04B4D2D-48E7-400C-8036-A414E3AD4AD4}" srcOrd="2" destOrd="0" presId="urn:microsoft.com/office/officeart/2018/2/layout/IconVerticalSolidList"/>
    <dgm:cxn modelId="{791C1AC1-833F-401C-A82B-EB039A3CEE1F}" type="presParOf" srcId="{B2639BCC-7811-4704-8BF3-1F9368F4EC51}" destId="{26AF4C28-FF17-4B83-82B9-2D08A5309B2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7610112-8CB1-4337-A667-74B985DC291C}" type="doc">
      <dgm:prSet loTypeId="urn:microsoft.com/office/officeart/2005/8/layout/process5" loCatId="process" qsTypeId="urn:microsoft.com/office/officeart/2005/8/quickstyle/simple1" qsCatId="simple" csTypeId="urn:microsoft.com/office/officeart/2005/8/colors/accent3_2" csCatId="accent3" phldr="1"/>
      <dgm:spPr/>
      <dgm:t>
        <a:bodyPr/>
        <a:lstStyle/>
        <a:p>
          <a:endParaRPr lang="en-US"/>
        </a:p>
      </dgm:t>
    </dgm:pt>
    <dgm:pt modelId="{15BB58EA-6921-4C51-A861-96315300D501}">
      <dgm:prSet/>
      <dgm:spPr/>
      <dgm:t>
        <a:bodyPr/>
        <a:lstStyle/>
        <a:p>
          <a:pPr>
            <a:lnSpc>
              <a:spcPct val="100000"/>
            </a:lnSpc>
          </a:pPr>
          <a:r>
            <a:rPr lang="en-US" b="1" i="0"/>
            <a:t>1</a:t>
          </a:r>
          <a:r>
            <a:rPr lang="en-US" b="0" i="0"/>
            <a:t>. PCAP files were analyzed using Network Miner.</a:t>
          </a:r>
          <a:endParaRPr lang="en-US"/>
        </a:p>
      </dgm:t>
    </dgm:pt>
    <dgm:pt modelId="{D14630BD-0ACF-4D8C-A147-C6DBC5F588F3}" type="parTrans" cxnId="{682A6E3A-3352-432E-A1A6-E5C5EEB63B68}">
      <dgm:prSet/>
      <dgm:spPr/>
      <dgm:t>
        <a:bodyPr/>
        <a:lstStyle/>
        <a:p>
          <a:endParaRPr lang="en-US"/>
        </a:p>
      </dgm:t>
    </dgm:pt>
    <dgm:pt modelId="{ABC1CD96-201E-42A8-9A98-22E5D2BCDC64}" type="sibTrans" cxnId="{682A6E3A-3352-432E-A1A6-E5C5EEB63B68}">
      <dgm:prSet/>
      <dgm:spPr/>
      <dgm:t>
        <a:bodyPr/>
        <a:lstStyle/>
        <a:p>
          <a:endParaRPr lang="en-US"/>
        </a:p>
      </dgm:t>
    </dgm:pt>
    <dgm:pt modelId="{2232E4B2-3AEC-406C-BBC4-59A1A4E21179}">
      <dgm:prSet/>
      <dgm:spPr/>
      <dgm:t>
        <a:bodyPr/>
        <a:lstStyle/>
        <a:p>
          <a:pPr>
            <a:lnSpc>
              <a:spcPct val="100000"/>
            </a:lnSpc>
          </a:pPr>
          <a:r>
            <a:rPr lang="en-US" b="1" i="0" dirty="0"/>
            <a:t>2</a:t>
          </a:r>
          <a:r>
            <a:rPr lang="en-US" b="0" i="0" dirty="0"/>
            <a:t>. Sessions were reconstructed to trace communication.</a:t>
          </a:r>
          <a:endParaRPr lang="en-US" dirty="0"/>
        </a:p>
      </dgm:t>
    </dgm:pt>
    <dgm:pt modelId="{CCC139D1-D55D-4EFA-A1B3-C08A32D1D6CB}" type="parTrans" cxnId="{F7A5CF93-4963-4113-8EA1-CC0A583F7808}">
      <dgm:prSet/>
      <dgm:spPr/>
      <dgm:t>
        <a:bodyPr/>
        <a:lstStyle/>
        <a:p>
          <a:endParaRPr lang="en-US"/>
        </a:p>
      </dgm:t>
    </dgm:pt>
    <dgm:pt modelId="{5663CCDA-C2A2-4D00-A383-C1D2C7209FD7}" type="sibTrans" cxnId="{F7A5CF93-4963-4113-8EA1-CC0A583F7808}">
      <dgm:prSet/>
      <dgm:spPr/>
      <dgm:t>
        <a:bodyPr/>
        <a:lstStyle/>
        <a:p>
          <a:endParaRPr lang="en-US"/>
        </a:p>
      </dgm:t>
    </dgm:pt>
    <dgm:pt modelId="{8F0530C6-0864-4B26-B43B-8F39F43FD0E2}">
      <dgm:prSet/>
      <dgm:spPr/>
      <dgm:t>
        <a:bodyPr/>
        <a:lstStyle/>
        <a:p>
          <a:pPr>
            <a:lnSpc>
              <a:spcPct val="100000"/>
            </a:lnSpc>
          </a:pPr>
          <a:r>
            <a:rPr lang="en-US" b="1" i="0" dirty="0"/>
            <a:t>3. </a:t>
          </a:r>
          <a:r>
            <a:rPr lang="en-US" b="0" i="0" dirty="0"/>
            <a:t>External IP interactions were identified.</a:t>
          </a:r>
          <a:endParaRPr lang="en-US" dirty="0"/>
        </a:p>
      </dgm:t>
    </dgm:pt>
    <dgm:pt modelId="{49186B15-4BD3-47B0-AF0C-49591CC734C9}" type="parTrans" cxnId="{54D474EB-F47A-46CF-98CC-269A3E775ADF}">
      <dgm:prSet/>
      <dgm:spPr/>
      <dgm:t>
        <a:bodyPr/>
        <a:lstStyle/>
        <a:p>
          <a:endParaRPr lang="en-US"/>
        </a:p>
      </dgm:t>
    </dgm:pt>
    <dgm:pt modelId="{B65F5253-6F94-4363-A188-E2FA80CB2F44}" type="sibTrans" cxnId="{54D474EB-F47A-46CF-98CC-269A3E775ADF}">
      <dgm:prSet/>
      <dgm:spPr/>
      <dgm:t>
        <a:bodyPr/>
        <a:lstStyle/>
        <a:p>
          <a:endParaRPr lang="en-US"/>
        </a:p>
      </dgm:t>
    </dgm:pt>
    <dgm:pt modelId="{C61D8896-F0CD-4D8C-86DE-191C47F0BBB1}">
      <dgm:prSet/>
      <dgm:spPr/>
      <dgm:t>
        <a:bodyPr/>
        <a:lstStyle/>
        <a:p>
          <a:pPr>
            <a:lnSpc>
              <a:spcPct val="100000"/>
            </a:lnSpc>
          </a:pPr>
          <a:r>
            <a:rPr lang="en-US" b="1" i="0" dirty="0"/>
            <a:t>4</a:t>
          </a:r>
          <a:r>
            <a:rPr lang="en-US" b="0" i="0" dirty="0"/>
            <a:t>. Transferred files and hidden communications were recovered for further analysis.</a:t>
          </a:r>
          <a:endParaRPr lang="en-US" dirty="0"/>
        </a:p>
      </dgm:t>
    </dgm:pt>
    <dgm:pt modelId="{C2CEF892-9A6C-4F38-A762-836345D44121}" type="parTrans" cxnId="{093E3279-FCAF-4F3C-AC19-68C2FACA7828}">
      <dgm:prSet/>
      <dgm:spPr/>
      <dgm:t>
        <a:bodyPr/>
        <a:lstStyle/>
        <a:p>
          <a:endParaRPr lang="en-US"/>
        </a:p>
      </dgm:t>
    </dgm:pt>
    <dgm:pt modelId="{B060D7AE-C9D1-4BAD-9AEA-368A07A9C756}" type="sibTrans" cxnId="{093E3279-FCAF-4F3C-AC19-68C2FACA7828}">
      <dgm:prSet/>
      <dgm:spPr/>
      <dgm:t>
        <a:bodyPr/>
        <a:lstStyle/>
        <a:p>
          <a:endParaRPr lang="en-US"/>
        </a:p>
      </dgm:t>
    </dgm:pt>
    <dgm:pt modelId="{FC2EA685-A8A5-44B4-B3D4-F4E07DE4C02F}" type="pres">
      <dgm:prSet presAssocID="{D7610112-8CB1-4337-A667-74B985DC291C}" presName="diagram" presStyleCnt="0">
        <dgm:presLayoutVars>
          <dgm:dir/>
          <dgm:resizeHandles val="exact"/>
        </dgm:presLayoutVars>
      </dgm:prSet>
      <dgm:spPr/>
    </dgm:pt>
    <dgm:pt modelId="{16E344AD-B8A6-4A07-B972-FCC88810F601}" type="pres">
      <dgm:prSet presAssocID="{15BB58EA-6921-4C51-A861-96315300D501}" presName="node" presStyleLbl="node1" presStyleIdx="0" presStyleCnt="4">
        <dgm:presLayoutVars>
          <dgm:bulletEnabled val="1"/>
        </dgm:presLayoutVars>
      </dgm:prSet>
      <dgm:spPr/>
    </dgm:pt>
    <dgm:pt modelId="{53077847-AB73-45AA-868C-693BBC51C5E2}" type="pres">
      <dgm:prSet presAssocID="{ABC1CD96-201E-42A8-9A98-22E5D2BCDC64}" presName="sibTrans" presStyleLbl="sibTrans2D1" presStyleIdx="0" presStyleCnt="3"/>
      <dgm:spPr/>
    </dgm:pt>
    <dgm:pt modelId="{BC87AA3D-E05C-4C73-ABDD-DE428224CBD3}" type="pres">
      <dgm:prSet presAssocID="{ABC1CD96-201E-42A8-9A98-22E5D2BCDC64}" presName="connectorText" presStyleLbl="sibTrans2D1" presStyleIdx="0" presStyleCnt="3"/>
      <dgm:spPr/>
    </dgm:pt>
    <dgm:pt modelId="{3A8F0D6F-B9F9-472F-91E4-28195FA3115D}" type="pres">
      <dgm:prSet presAssocID="{2232E4B2-3AEC-406C-BBC4-59A1A4E21179}" presName="node" presStyleLbl="node1" presStyleIdx="1" presStyleCnt="4">
        <dgm:presLayoutVars>
          <dgm:bulletEnabled val="1"/>
        </dgm:presLayoutVars>
      </dgm:prSet>
      <dgm:spPr/>
    </dgm:pt>
    <dgm:pt modelId="{B3709F8D-D1F5-4A8E-A732-347752DF05DD}" type="pres">
      <dgm:prSet presAssocID="{5663CCDA-C2A2-4D00-A383-C1D2C7209FD7}" presName="sibTrans" presStyleLbl="sibTrans2D1" presStyleIdx="1" presStyleCnt="3"/>
      <dgm:spPr/>
    </dgm:pt>
    <dgm:pt modelId="{54587024-F327-47CC-A83E-762EFA668A19}" type="pres">
      <dgm:prSet presAssocID="{5663CCDA-C2A2-4D00-A383-C1D2C7209FD7}" presName="connectorText" presStyleLbl="sibTrans2D1" presStyleIdx="1" presStyleCnt="3"/>
      <dgm:spPr/>
    </dgm:pt>
    <dgm:pt modelId="{0883E03A-5569-41AE-85F4-5891107F730A}" type="pres">
      <dgm:prSet presAssocID="{8F0530C6-0864-4B26-B43B-8F39F43FD0E2}" presName="node" presStyleLbl="node1" presStyleIdx="2" presStyleCnt="4">
        <dgm:presLayoutVars>
          <dgm:bulletEnabled val="1"/>
        </dgm:presLayoutVars>
      </dgm:prSet>
      <dgm:spPr/>
    </dgm:pt>
    <dgm:pt modelId="{79E6A0FE-7607-4BD7-9EDA-56D72FAE641D}" type="pres">
      <dgm:prSet presAssocID="{B65F5253-6F94-4363-A188-E2FA80CB2F44}" presName="sibTrans" presStyleLbl="sibTrans2D1" presStyleIdx="2" presStyleCnt="3"/>
      <dgm:spPr/>
    </dgm:pt>
    <dgm:pt modelId="{36301A21-F0A0-4E63-94CB-0AED144F8ACA}" type="pres">
      <dgm:prSet presAssocID="{B65F5253-6F94-4363-A188-E2FA80CB2F44}" presName="connectorText" presStyleLbl="sibTrans2D1" presStyleIdx="2" presStyleCnt="3"/>
      <dgm:spPr/>
    </dgm:pt>
    <dgm:pt modelId="{6D8D1E89-3782-4084-8177-4E6C905D7F91}" type="pres">
      <dgm:prSet presAssocID="{C61D8896-F0CD-4D8C-86DE-191C47F0BBB1}" presName="node" presStyleLbl="node1" presStyleIdx="3" presStyleCnt="4">
        <dgm:presLayoutVars>
          <dgm:bulletEnabled val="1"/>
        </dgm:presLayoutVars>
      </dgm:prSet>
      <dgm:spPr/>
    </dgm:pt>
  </dgm:ptLst>
  <dgm:cxnLst>
    <dgm:cxn modelId="{AB03500A-1436-40BE-89B2-999DE49E0793}" type="presOf" srcId="{5663CCDA-C2A2-4D00-A383-C1D2C7209FD7}" destId="{B3709F8D-D1F5-4A8E-A732-347752DF05DD}" srcOrd="0" destOrd="0" presId="urn:microsoft.com/office/officeart/2005/8/layout/process5"/>
    <dgm:cxn modelId="{08703C36-1ADB-4D7A-94A7-943C3A0F2DBA}" type="presOf" srcId="{ABC1CD96-201E-42A8-9A98-22E5D2BCDC64}" destId="{53077847-AB73-45AA-868C-693BBC51C5E2}" srcOrd="0" destOrd="0" presId="urn:microsoft.com/office/officeart/2005/8/layout/process5"/>
    <dgm:cxn modelId="{682A6E3A-3352-432E-A1A6-E5C5EEB63B68}" srcId="{D7610112-8CB1-4337-A667-74B985DC291C}" destId="{15BB58EA-6921-4C51-A861-96315300D501}" srcOrd="0" destOrd="0" parTransId="{D14630BD-0ACF-4D8C-A147-C6DBC5F588F3}" sibTransId="{ABC1CD96-201E-42A8-9A98-22E5D2BCDC64}"/>
    <dgm:cxn modelId="{25E8823E-EF52-4829-802E-93D24A104529}" type="presOf" srcId="{2232E4B2-3AEC-406C-BBC4-59A1A4E21179}" destId="{3A8F0D6F-B9F9-472F-91E4-28195FA3115D}" srcOrd="0" destOrd="0" presId="urn:microsoft.com/office/officeart/2005/8/layout/process5"/>
    <dgm:cxn modelId="{1606A83F-DCBC-454E-AEFD-4E05053F71DA}" type="presOf" srcId="{D7610112-8CB1-4337-A667-74B985DC291C}" destId="{FC2EA685-A8A5-44B4-B3D4-F4E07DE4C02F}" srcOrd="0" destOrd="0" presId="urn:microsoft.com/office/officeart/2005/8/layout/process5"/>
    <dgm:cxn modelId="{E915F876-19A3-4320-9749-6A782C98B762}" type="presOf" srcId="{B65F5253-6F94-4363-A188-E2FA80CB2F44}" destId="{36301A21-F0A0-4E63-94CB-0AED144F8ACA}" srcOrd="1" destOrd="0" presId="urn:microsoft.com/office/officeart/2005/8/layout/process5"/>
    <dgm:cxn modelId="{093E3279-FCAF-4F3C-AC19-68C2FACA7828}" srcId="{D7610112-8CB1-4337-A667-74B985DC291C}" destId="{C61D8896-F0CD-4D8C-86DE-191C47F0BBB1}" srcOrd="3" destOrd="0" parTransId="{C2CEF892-9A6C-4F38-A762-836345D44121}" sibTransId="{B060D7AE-C9D1-4BAD-9AEA-368A07A9C756}"/>
    <dgm:cxn modelId="{F7A5CF93-4963-4113-8EA1-CC0A583F7808}" srcId="{D7610112-8CB1-4337-A667-74B985DC291C}" destId="{2232E4B2-3AEC-406C-BBC4-59A1A4E21179}" srcOrd="1" destOrd="0" parTransId="{CCC139D1-D55D-4EFA-A1B3-C08A32D1D6CB}" sibTransId="{5663CCDA-C2A2-4D00-A383-C1D2C7209FD7}"/>
    <dgm:cxn modelId="{B0D29C9E-2BE8-4E1B-96EF-0AAF2BB66A32}" type="presOf" srcId="{15BB58EA-6921-4C51-A861-96315300D501}" destId="{16E344AD-B8A6-4A07-B972-FCC88810F601}" srcOrd="0" destOrd="0" presId="urn:microsoft.com/office/officeart/2005/8/layout/process5"/>
    <dgm:cxn modelId="{EBC677AB-9A7F-4B3F-A545-7753F4221A96}" type="presOf" srcId="{B65F5253-6F94-4363-A188-E2FA80CB2F44}" destId="{79E6A0FE-7607-4BD7-9EDA-56D72FAE641D}" srcOrd="0" destOrd="0" presId="urn:microsoft.com/office/officeart/2005/8/layout/process5"/>
    <dgm:cxn modelId="{ACBBABAB-B873-4CD1-89CF-F3FF37D02A3F}" type="presOf" srcId="{8F0530C6-0864-4B26-B43B-8F39F43FD0E2}" destId="{0883E03A-5569-41AE-85F4-5891107F730A}" srcOrd="0" destOrd="0" presId="urn:microsoft.com/office/officeart/2005/8/layout/process5"/>
    <dgm:cxn modelId="{28432BAC-6A9F-44CD-B7E0-C3D4B356FB5D}" type="presOf" srcId="{ABC1CD96-201E-42A8-9A98-22E5D2BCDC64}" destId="{BC87AA3D-E05C-4C73-ABDD-DE428224CBD3}" srcOrd="1" destOrd="0" presId="urn:microsoft.com/office/officeart/2005/8/layout/process5"/>
    <dgm:cxn modelId="{3FC186AF-BBEE-4A83-83F6-BDE5AB028068}" type="presOf" srcId="{C61D8896-F0CD-4D8C-86DE-191C47F0BBB1}" destId="{6D8D1E89-3782-4084-8177-4E6C905D7F91}" srcOrd="0" destOrd="0" presId="urn:microsoft.com/office/officeart/2005/8/layout/process5"/>
    <dgm:cxn modelId="{54D474EB-F47A-46CF-98CC-269A3E775ADF}" srcId="{D7610112-8CB1-4337-A667-74B985DC291C}" destId="{8F0530C6-0864-4B26-B43B-8F39F43FD0E2}" srcOrd="2" destOrd="0" parTransId="{49186B15-4BD3-47B0-AF0C-49591CC734C9}" sibTransId="{B65F5253-6F94-4363-A188-E2FA80CB2F44}"/>
    <dgm:cxn modelId="{CCC6CAF4-729D-454F-88E9-4635B7139D24}" type="presOf" srcId="{5663CCDA-C2A2-4D00-A383-C1D2C7209FD7}" destId="{54587024-F327-47CC-A83E-762EFA668A19}" srcOrd="1" destOrd="0" presId="urn:microsoft.com/office/officeart/2005/8/layout/process5"/>
    <dgm:cxn modelId="{C17DA45F-1BA3-46D4-84A3-4334F3C38A70}" type="presParOf" srcId="{FC2EA685-A8A5-44B4-B3D4-F4E07DE4C02F}" destId="{16E344AD-B8A6-4A07-B972-FCC88810F601}" srcOrd="0" destOrd="0" presId="urn:microsoft.com/office/officeart/2005/8/layout/process5"/>
    <dgm:cxn modelId="{0230F266-9BD0-43B5-8E80-CC625D0D99E4}" type="presParOf" srcId="{FC2EA685-A8A5-44B4-B3D4-F4E07DE4C02F}" destId="{53077847-AB73-45AA-868C-693BBC51C5E2}" srcOrd="1" destOrd="0" presId="urn:microsoft.com/office/officeart/2005/8/layout/process5"/>
    <dgm:cxn modelId="{E4E288D6-2203-4588-924C-C5C014C67D3B}" type="presParOf" srcId="{53077847-AB73-45AA-868C-693BBC51C5E2}" destId="{BC87AA3D-E05C-4C73-ABDD-DE428224CBD3}" srcOrd="0" destOrd="0" presId="urn:microsoft.com/office/officeart/2005/8/layout/process5"/>
    <dgm:cxn modelId="{B461A765-417A-4C27-A608-5A77D1F6500C}" type="presParOf" srcId="{FC2EA685-A8A5-44B4-B3D4-F4E07DE4C02F}" destId="{3A8F0D6F-B9F9-472F-91E4-28195FA3115D}" srcOrd="2" destOrd="0" presId="urn:microsoft.com/office/officeart/2005/8/layout/process5"/>
    <dgm:cxn modelId="{BC94502A-548F-4552-ACD2-9305BC1352E2}" type="presParOf" srcId="{FC2EA685-A8A5-44B4-B3D4-F4E07DE4C02F}" destId="{B3709F8D-D1F5-4A8E-A732-347752DF05DD}" srcOrd="3" destOrd="0" presId="urn:microsoft.com/office/officeart/2005/8/layout/process5"/>
    <dgm:cxn modelId="{F3F8B56C-B446-4922-B4C1-023E5D2165A8}" type="presParOf" srcId="{B3709F8D-D1F5-4A8E-A732-347752DF05DD}" destId="{54587024-F327-47CC-A83E-762EFA668A19}" srcOrd="0" destOrd="0" presId="urn:microsoft.com/office/officeart/2005/8/layout/process5"/>
    <dgm:cxn modelId="{6A053266-718A-4048-BA0A-C2F783CC5461}" type="presParOf" srcId="{FC2EA685-A8A5-44B4-B3D4-F4E07DE4C02F}" destId="{0883E03A-5569-41AE-85F4-5891107F730A}" srcOrd="4" destOrd="0" presId="urn:microsoft.com/office/officeart/2005/8/layout/process5"/>
    <dgm:cxn modelId="{1C474A76-2F71-470A-8DF6-E47A9E9D6A84}" type="presParOf" srcId="{FC2EA685-A8A5-44B4-B3D4-F4E07DE4C02F}" destId="{79E6A0FE-7607-4BD7-9EDA-56D72FAE641D}" srcOrd="5" destOrd="0" presId="urn:microsoft.com/office/officeart/2005/8/layout/process5"/>
    <dgm:cxn modelId="{20A933FB-3FF3-441B-98AD-D1C36D775293}" type="presParOf" srcId="{79E6A0FE-7607-4BD7-9EDA-56D72FAE641D}" destId="{36301A21-F0A0-4E63-94CB-0AED144F8ACA}" srcOrd="0" destOrd="0" presId="urn:microsoft.com/office/officeart/2005/8/layout/process5"/>
    <dgm:cxn modelId="{F922AB12-A155-49BB-86FF-C37C987B8950}" type="presParOf" srcId="{FC2EA685-A8A5-44B4-B3D4-F4E07DE4C02F}" destId="{6D8D1E89-3782-4084-8177-4E6C905D7F91}" srcOrd="6"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5B4D4E3-40F2-408C-8D42-1ED1127734C8}" type="doc">
      <dgm:prSet loTypeId="urn:microsoft.com/office/officeart/2018/2/layout/IconVerticalSolidList" loCatId="icon" qsTypeId="urn:microsoft.com/office/officeart/2005/8/quickstyle/simple1" qsCatId="simple" csTypeId="urn:microsoft.com/office/officeart/2018/5/colors/Iconchunking_neutralbg_accent1_2" csCatId="accent1" phldr="1"/>
      <dgm:spPr/>
      <dgm:t>
        <a:bodyPr/>
        <a:lstStyle/>
        <a:p>
          <a:endParaRPr lang="en-US"/>
        </a:p>
      </dgm:t>
    </dgm:pt>
    <dgm:pt modelId="{0DE45B40-B6EF-4929-9A84-17C561E65F6F}">
      <dgm:prSet/>
      <dgm:spPr/>
      <dgm:t>
        <a:bodyPr/>
        <a:lstStyle/>
        <a:p>
          <a:pPr>
            <a:lnSpc>
              <a:spcPct val="100000"/>
            </a:lnSpc>
          </a:pPr>
          <a:r>
            <a:rPr lang="en-US" b="1"/>
            <a:t>The results show that sensitive data was transferred and then deleted from the system.</a:t>
          </a:r>
          <a:endParaRPr lang="en-US"/>
        </a:p>
      </dgm:t>
    </dgm:pt>
    <dgm:pt modelId="{F2A47BDF-C964-407B-ABCC-E9132484B3B1}" type="parTrans" cxnId="{C0225C65-1882-41ED-AEE3-8DF1A83C5949}">
      <dgm:prSet/>
      <dgm:spPr/>
      <dgm:t>
        <a:bodyPr/>
        <a:lstStyle/>
        <a:p>
          <a:endParaRPr lang="en-US"/>
        </a:p>
      </dgm:t>
    </dgm:pt>
    <dgm:pt modelId="{8949AED1-9BEB-4DBF-8447-69E08E6E419D}" type="sibTrans" cxnId="{C0225C65-1882-41ED-AEE3-8DF1A83C5949}">
      <dgm:prSet/>
      <dgm:spPr/>
      <dgm:t>
        <a:bodyPr/>
        <a:lstStyle/>
        <a:p>
          <a:endParaRPr lang="en-US"/>
        </a:p>
      </dgm:t>
    </dgm:pt>
    <dgm:pt modelId="{6A960549-E90A-49ED-BBC1-11980B5A3B3A}">
      <dgm:prSet/>
      <dgm:spPr/>
      <dgm:t>
        <a:bodyPr/>
        <a:lstStyle/>
        <a:p>
          <a:pPr>
            <a:lnSpc>
              <a:spcPct val="100000"/>
            </a:lnSpc>
          </a:pPr>
          <a:r>
            <a:rPr lang="en-US" b="1"/>
            <a:t>Even if evidence is deleted locally, it can still be recovered from network traffic.</a:t>
          </a:r>
          <a:endParaRPr lang="en-US"/>
        </a:p>
      </dgm:t>
    </dgm:pt>
    <dgm:pt modelId="{304A4329-0D08-46EA-8AF9-9C369726D7C2}" type="parTrans" cxnId="{C46BE2DF-B0DD-42FF-BA63-C1B6444F05D6}">
      <dgm:prSet/>
      <dgm:spPr/>
      <dgm:t>
        <a:bodyPr/>
        <a:lstStyle/>
        <a:p>
          <a:endParaRPr lang="en-US"/>
        </a:p>
      </dgm:t>
    </dgm:pt>
    <dgm:pt modelId="{C92AD8E9-A164-4BB1-9814-D47F331CE323}" type="sibTrans" cxnId="{C46BE2DF-B0DD-42FF-BA63-C1B6444F05D6}">
      <dgm:prSet/>
      <dgm:spPr/>
      <dgm:t>
        <a:bodyPr/>
        <a:lstStyle/>
        <a:p>
          <a:endParaRPr lang="en-US"/>
        </a:p>
      </dgm:t>
    </dgm:pt>
    <dgm:pt modelId="{3463ECA2-A434-42A4-8A64-38587B60A1F2}">
      <dgm:prSet/>
      <dgm:spPr/>
      <dgm:t>
        <a:bodyPr/>
        <a:lstStyle/>
        <a:p>
          <a:pPr>
            <a:lnSpc>
              <a:spcPct val="100000"/>
            </a:lnSpc>
          </a:pPr>
          <a:r>
            <a:rPr lang="en-US" b="1"/>
            <a:t>Network Miner helps recover these hidden activities.</a:t>
          </a:r>
          <a:endParaRPr lang="en-US"/>
        </a:p>
      </dgm:t>
    </dgm:pt>
    <dgm:pt modelId="{4682E646-6667-4A35-B277-AB3CE816360E}" type="parTrans" cxnId="{F31D7D93-4B23-4B16-A1B6-DEB258954627}">
      <dgm:prSet/>
      <dgm:spPr/>
      <dgm:t>
        <a:bodyPr/>
        <a:lstStyle/>
        <a:p>
          <a:endParaRPr lang="en-US"/>
        </a:p>
      </dgm:t>
    </dgm:pt>
    <dgm:pt modelId="{3C0F79F4-6551-4BA1-B77E-58322C03C136}" type="sibTrans" cxnId="{F31D7D93-4B23-4B16-A1B6-DEB258954627}">
      <dgm:prSet/>
      <dgm:spPr/>
      <dgm:t>
        <a:bodyPr/>
        <a:lstStyle/>
        <a:p>
          <a:endParaRPr lang="en-US"/>
        </a:p>
      </dgm:t>
    </dgm:pt>
    <dgm:pt modelId="{31AD5B8A-2C44-4FCD-974F-579757EE9C2C}">
      <dgm:prSet/>
      <dgm:spPr/>
      <dgm:t>
        <a:bodyPr/>
        <a:lstStyle/>
        <a:p>
          <a:pPr>
            <a:lnSpc>
              <a:spcPct val="100000"/>
            </a:lnSpc>
          </a:pPr>
          <a:r>
            <a:rPr lang="en-US" b="1" dirty="0"/>
            <a:t>This demonstrates an important forensic concept:</a:t>
          </a:r>
          <a:endParaRPr lang="en-US" dirty="0"/>
        </a:p>
      </dgm:t>
    </dgm:pt>
    <dgm:pt modelId="{20F10E65-9474-4032-B55D-B46097422A6C}" type="sibTrans" cxnId="{D9BB2B7D-ACAF-419A-8475-95B31BEA1376}">
      <dgm:prSet/>
      <dgm:spPr/>
      <dgm:t>
        <a:bodyPr/>
        <a:lstStyle/>
        <a:p>
          <a:endParaRPr lang="en-US"/>
        </a:p>
      </dgm:t>
    </dgm:pt>
    <dgm:pt modelId="{ADF311CE-BEF2-4307-A014-4DC8DB07416C}" type="parTrans" cxnId="{D9BB2B7D-ACAF-419A-8475-95B31BEA1376}">
      <dgm:prSet/>
      <dgm:spPr/>
      <dgm:t>
        <a:bodyPr/>
        <a:lstStyle/>
        <a:p>
          <a:endParaRPr lang="en-US"/>
        </a:p>
      </dgm:t>
    </dgm:pt>
    <dgm:pt modelId="{43C87F9A-1558-4E49-8005-B37FB6646685}" type="pres">
      <dgm:prSet presAssocID="{45B4D4E3-40F2-408C-8D42-1ED1127734C8}" presName="root" presStyleCnt="0">
        <dgm:presLayoutVars>
          <dgm:dir/>
          <dgm:resizeHandles val="exact"/>
        </dgm:presLayoutVars>
      </dgm:prSet>
      <dgm:spPr/>
    </dgm:pt>
    <dgm:pt modelId="{344A9D22-4AE4-4B2E-B8F5-B85D52F27DEA}" type="pres">
      <dgm:prSet presAssocID="{0DE45B40-B6EF-4929-9A84-17C561E65F6F}" presName="compNode" presStyleCnt="0"/>
      <dgm:spPr/>
    </dgm:pt>
    <dgm:pt modelId="{7A1E2883-9394-4236-BDCE-C7263DC58E05}" type="pres">
      <dgm:prSet presAssocID="{0DE45B40-B6EF-4929-9A84-17C561E65F6F}" presName="bgRect" presStyleLbl="bgShp" presStyleIdx="0" presStyleCnt="4"/>
      <dgm:spPr/>
    </dgm:pt>
    <dgm:pt modelId="{DE3D1D06-8CAA-4178-BA70-9F3EA4DD12F3}" type="pres">
      <dgm:prSet presAssocID="{0DE45B40-B6EF-4929-9A84-17C561E65F6F}"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isk"/>
        </a:ext>
      </dgm:extLst>
    </dgm:pt>
    <dgm:pt modelId="{197F981F-42EC-448F-9FC4-E2686F316C59}" type="pres">
      <dgm:prSet presAssocID="{0DE45B40-B6EF-4929-9A84-17C561E65F6F}" presName="spaceRect" presStyleCnt="0"/>
      <dgm:spPr/>
    </dgm:pt>
    <dgm:pt modelId="{06DD7A38-F494-401A-B7FC-D1A0CE0B6E93}" type="pres">
      <dgm:prSet presAssocID="{0DE45B40-B6EF-4929-9A84-17C561E65F6F}" presName="parTx" presStyleLbl="revTx" presStyleIdx="0" presStyleCnt="4">
        <dgm:presLayoutVars>
          <dgm:chMax val="0"/>
          <dgm:chPref val="0"/>
        </dgm:presLayoutVars>
      </dgm:prSet>
      <dgm:spPr/>
    </dgm:pt>
    <dgm:pt modelId="{5BFD3EAC-1E05-4E8B-9270-9519FA611033}" type="pres">
      <dgm:prSet presAssocID="{8949AED1-9BEB-4DBF-8447-69E08E6E419D}" presName="sibTrans" presStyleCnt="0"/>
      <dgm:spPr/>
    </dgm:pt>
    <dgm:pt modelId="{BEBF6DFE-25D7-4EF1-9AC6-DF0DC5A14FF6}" type="pres">
      <dgm:prSet presAssocID="{31AD5B8A-2C44-4FCD-974F-579757EE9C2C}" presName="compNode" presStyleCnt="0"/>
      <dgm:spPr/>
    </dgm:pt>
    <dgm:pt modelId="{88B844DD-4163-42E5-BFAA-4C445BF0EE4B}" type="pres">
      <dgm:prSet presAssocID="{31AD5B8A-2C44-4FCD-974F-579757EE9C2C}" presName="bgRect" presStyleLbl="bgShp" presStyleIdx="1" presStyleCnt="4"/>
      <dgm:spPr/>
    </dgm:pt>
    <dgm:pt modelId="{52357CB9-F291-450B-81A5-6F46C279CC46}" type="pres">
      <dgm:prSet presAssocID="{31AD5B8A-2C44-4FCD-974F-579757EE9C2C}"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Finger Print"/>
        </a:ext>
      </dgm:extLst>
    </dgm:pt>
    <dgm:pt modelId="{BA01562F-A98F-44DB-9310-FB8CC9BCE788}" type="pres">
      <dgm:prSet presAssocID="{31AD5B8A-2C44-4FCD-974F-579757EE9C2C}" presName="spaceRect" presStyleCnt="0"/>
      <dgm:spPr/>
    </dgm:pt>
    <dgm:pt modelId="{218C2693-46CB-4544-A8FF-C991B7A15502}" type="pres">
      <dgm:prSet presAssocID="{31AD5B8A-2C44-4FCD-974F-579757EE9C2C}" presName="parTx" presStyleLbl="revTx" presStyleIdx="1" presStyleCnt="4">
        <dgm:presLayoutVars>
          <dgm:chMax val="0"/>
          <dgm:chPref val="0"/>
        </dgm:presLayoutVars>
      </dgm:prSet>
      <dgm:spPr/>
    </dgm:pt>
    <dgm:pt modelId="{8DE053F6-63A3-4E55-AE3D-1B4D4E56FBF9}" type="pres">
      <dgm:prSet presAssocID="{20F10E65-9474-4032-B55D-B46097422A6C}" presName="sibTrans" presStyleCnt="0"/>
      <dgm:spPr/>
    </dgm:pt>
    <dgm:pt modelId="{ADDED5DF-C03C-4455-8B54-AFADC455F5E7}" type="pres">
      <dgm:prSet presAssocID="{6A960549-E90A-49ED-BBC1-11980B5A3B3A}" presName="compNode" presStyleCnt="0"/>
      <dgm:spPr/>
    </dgm:pt>
    <dgm:pt modelId="{915E4BB0-6E2A-4158-B130-524B16A2B4EB}" type="pres">
      <dgm:prSet presAssocID="{6A960549-E90A-49ED-BBC1-11980B5A3B3A}" presName="bgRect" presStyleLbl="bgShp" presStyleIdx="2" presStyleCnt="4"/>
      <dgm:spPr/>
    </dgm:pt>
    <dgm:pt modelId="{B08FBFEE-A84F-4931-842B-963B97C7B210}" type="pres">
      <dgm:prSet presAssocID="{6A960549-E90A-49ED-BBC1-11980B5A3B3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Shredder"/>
        </a:ext>
      </dgm:extLst>
    </dgm:pt>
    <dgm:pt modelId="{833325EB-379A-42B2-B717-F75802294C36}" type="pres">
      <dgm:prSet presAssocID="{6A960549-E90A-49ED-BBC1-11980B5A3B3A}" presName="spaceRect" presStyleCnt="0"/>
      <dgm:spPr/>
    </dgm:pt>
    <dgm:pt modelId="{4361C417-9E6C-40E1-B900-74039C0CAF7C}" type="pres">
      <dgm:prSet presAssocID="{6A960549-E90A-49ED-BBC1-11980B5A3B3A}" presName="parTx" presStyleLbl="revTx" presStyleIdx="2" presStyleCnt="4">
        <dgm:presLayoutVars>
          <dgm:chMax val="0"/>
          <dgm:chPref val="0"/>
        </dgm:presLayoutVars>
      </dgm:prSet>
      <dgm:spPr/>
    </dgm:pt>
    <dgm:pt modelId="{B5B36F1A-B288-4C20-84B8-266EA7FE08D1}" type="pres">
      <dgm:prSet presAssocID="{C92AD8E9-A164-4BB1-9814-D47F331CE323}" presName="sibTrans" presStyleCnt="0"/>
      <dgm:spPr/>
    </dgm:pt>
    <dgm:pt modelId="{F696CB84-9AB9-4A8E-AD0C-F99CD97B6DE4}" type="pres">
      <dgm:prSet presAssocID="{3463ECA2-A434-42A4-8A64-38587B60A1F2}" presName="compNode" presStyleCnt="0"/>
      <dgm:spPr/>
    </dgm:pt>
    <dgm:pt modelId="{BFF82B3E-EE6D-4D1D-AEC1-8B9A662832BB}" type="pres">
      <dgm:prSet presAssocID="{3463ECA2-A434-42A4-8A64-38587B60A1F2}" presName="bgRect" presStyleLbl="bgShp" presStyleIdx="3" presStyleCnt="4"/>
      <dgm:spPr/>
    </dgm:pt>
    <dgm:pt modelId="{BA667153-59A8-42B7-A621-FED148D5390F}" type="pres">
      <dgm:prSet presAssocID="{3463ECA2-A434-42A4-8A64-38587B60A1F2}"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ning Tools"/>
        </a:ext>
      </dgm:extLst>
    </dgm:pt>
    <dgm:pt modelId="{3492D63E-8EBA-46E8-AEB8-4BC08254A75B}" type="pres">
      <dgm:prSet presAssocID="{3463ECA2-A434-42A4-8A64-38587B60A1F2}" presName="spaceRect" presStyleCnt="0"/>
      <dgm:spPr/>
    </dgm:pt>
    <dgm:pt modelId="{C46FC510-79B6-456F-A355-DD7A247A7B90}" type="pres">
      <dgm:prSet presAssocID="{3463ECA2-A434-42A4-8A64-38587B60A1F2}" presName="parTx" presStyleLbl="revTx" presStyleIdx="3" presStyleCnt="4">
        <dgm:presLayoutVars>
          <dgm:chMax val="0"/>
          <dgm:chPref val="0"/>
        </dgm:presLayoutVars>
      </dgm:prSet>
      <dgm:spPr/>
    </dgm:pt>
  </dgm:ptLst>
  <dgm:cxnLst>
    <dgm:cxn modelId="{D9809A30-8428-4EB6-89EC-C9B7AD2A966F}" type="presOf" srcId="{3463ECA2-A434-42A4-8A64-38587B60A1F2}" destId="{C46FC510-79B6-456F-A355-DD7A247A7B90}" srcOrd="0" destOrd="0" presId="urn:microsoft.com/office/officeart/2018/2/layout/IconVerticalSolidList"/>
    <dgm:cxn modelId="{C0225C65-1882-41ED-AEE3-8DF1A83C5949}" srcId="{45B4D4E3-40F2-408C-8D42-1ED1127734C8}" destId="{0DE45B40-B6EF-4929-9A84-17C561E65F6F}" srcOrd="0" destOrd="0" parTransId="{F2A47BDF-C964-407B-ABCC-E9132484B3B1}" sibTransId="{8949AED1-9BEB-4DBF-8447-69E08E6E419D}"/>
    <dgm:cxn modelId="{D9BB2B7D-ACAF-419A-8475-95B31BEA1376}" srcId="{45B4D4E3-40F2-408C-8D42-1ED1127734C8}" destId="{31AD5B8A-2C44-4FCD-974F-579757EE9C2C}" srcOrd="1" destOrd="0" parTransId="{ADF311CE-BEF2-4307-A014-4DC8DB07416C}" sibTransId="{20F10E65-9474-4032-B55D-B46097422A6C}"/>
    <dgm:cxn modelId="{8A30057E-62F1-4B32-8FDF-2C6771CCC40C}" type="presOf" srcId="{31AD5B8A-2C44-4FCD-974F-579757EE9C2C}" destId="{218C2693-46CB-4544-A8FF-C991B7A15502}" srcOrd="0" destOrd="0" presId="urn:microsoft.com/office/officeart/2018/2/layout/IconVerticalSolidList"/>
    <dgm:cxn modelId="{9CE4BB89-930D-4909-BA3D-24A3B1980D20}" type="presOf" srcId="{6A960549-E90A-49ED-BBC1-11980B5A3B3A}" destId="{4361C417-9E6C-40E1-B900-74039C0CAF7C}" srcOrd="0" destOrd="0" presId="urn:microsoft.com/office/officeart/2018/2/layout/IconVerticalSolidList"/>
    <dgm:cxn modelId="{F31D7D93-4B23-4B16-A1B6-DEB258954627}" srcId="{45B4D4E3-40F2-408C-8D42-1ED1127734C8}" destId="{3463ECA2-A434-42A4-8A64-38587B60A1F2}" srcOrd="3" destOrd="0" parTransId="{4682E646-6667-4A35-B277-AB3CE816360E}" sibTransId="{3C0F79F4-6551-4BA1-B77E-58322C03C136}"/>
    <dgm:cxn modelId="{8FB4D7D2-BB95-4B14-9295-6929D7ADA0F6}" type="presOf" srcId="{45B4D4E3-40F2-408C-8D42-1ED1127734C8}" destId="{43C87F9A-1558-4E49-8005-B37FB6646685}" srcOrd="0" destOrd="0" presId="urn:microsoft.com/office/officeart/2018/2/layout/IconVerticalSolidList"/>
    <dgm:cxn modelId="{C46BE2DF-B0DD-42FF-BA63-C1B6444F05D6}" srcId="{45B4D4E3-40F2-408C-8D42-1ED1127734C8}" destId="{6A960549-E90A-49ED-BBC1-11980B5A3B3A}" srcOrd="2" destOrd="0" parTransId="{304A4329-0D08-46EA-8AF9-9C369726D7C2}" sibTransId="{C92AD8E9-A164-4BB1-9814-D47F331CE323}"/>
    <dgm:cxn modelId="{84835DFF-B9F6-4C57-855E-6A300DA386B9}" type="presOf" srcId="{0DE45B40-B6EF-4929-9A84-17C561E65F6F}" destId="{06DD7A38-F494-401A-B7FC-D1A0CE0B6E93}" srcOrd="0" destOrd="0" presId="urn:microsoft.com/office/officeart/2018/2/layout/IconVerticalSolidList"/>
    <dgm:cxn modelId="{A227AEDB-0F2F-4F1B-AA34-1FE6DB6DCB77}" type="presParOf" srcId="{43C87F9A-1558-4E49-8005-B37FB6646685}" destId="{344A9D22-4AE4-4B2E-B8F5-B85D52F27DEA}" srcOrd="0" destOrd="0" presId="urn:microsoft.com/office/officeart/2018/2/layout/IconVerticalSolidList"/>
    <dgm:cxn modelId="{399044B2-A050-46B4-9A4C-9E9D551D43D3}" type="presParOf" srcId="{344A9D22-4AE4-4B2E-B8F5-B85D52F27DEA}" destId="{7A1E2883-9394-4236-BDCE-C7263DC58E05}" srcOrd="0" destOrd="0" presId="urn:microsoft.com/office/officeart/2018/2/layout/IconVerticalSolidList"/>
    <dgm:cxn modelId="{1BE3BC43-80B3-457C-8146-346CF10D0AB8}" type="presParOf" srcId="{344A9D22-4AE4-4B2E-B8F5-B85D52F27DEA}" destId="{DE3D1D06-8CAA-4178-BA70-9F3EA4DD12F3}" srcOrd="1" destOrd="0" presId="urn:microsoft.com/office/officeart/2018/2/layout/IconVerticalSolidList"/>
    <dgm:cxn modelId="{9060C2A7-7D33-4301-A291-C1F5A2D4D061}" type="presParOf" srcId="{344A9D22-4AE4-4B2E-B8F5-B85D52F27DEA}" destId="{197F981F-42EC-448F-9FC4-E2686F316C59}" srcOrd="2" destOrd="0" presId="urn:microsoft.com/office/officeart/2018/2/layout/IconVerticalSolidList"/>
    <dgm:cxn modelId="{E107BA40-2F8A-455A-A1D7-2014D7353279}" type="presParOf" srcId="{344A9D22-4AE4-4B2E-B8F5-B85D52F27DEA}" destId="{06DD7A38-F494-401A-B7FC-D1A0CE0B6E93}" srcOrd="3" destOrd="0" presId="urn:microsoft.com/office/officeart/2018/2/layout/IconVerticalSolidList"/>
    <dgm:cxn modelId="{DDD10AC9-19BB-4AB1-85E8-773B2AC95193}" type="presParOf" srcId="{43C87F9A-1558-4E49-8005-B37FB6646685}" destId="{5BFD3EAC-1E05-4E8B-9270-9519FA611033}" srcOrd="1" destOrd="0" presId="urn:microsoft.com/office/officeart/2018/2/layout/IconVerticalSolidList"/>
    <dgm:cxn modelId="{DFAC2725-0886-43F5-9F70-0308FC586E2B}" type="presParOf" srcId="{43C87F9A-1558-4E49-8005-B37FB6646685}" destId="{BEBF6DFE-25D7-4EF1-9AC6-DF0DC5A14FF6}" srcOrd="2" destOrd="0" presId="urn:microsoft.com/office/officeart/2018/2/layout/IconVerticalSolidList"/>
    <dgm:cxn modelId="{A97181C4-6EDB-4BB1-9532-1C5322E2AAA7}" type="presParOf" srcId="{BEBF6DFE-25D7-4EF1-9AC6-DF0DC5A14FF6}" destId="{88B844DD-4163-42E5-BFAA-4C445BF0EE4B}" srcOrd="0" destOrd="0" presId="urn:microsoft.com/office/officeart/2018/2/layout/IconVerticalSolidList"/>
    <dgm:cxn modelId="{3ECFB037-EB42-46FA-AD40-4A27B9410B53}" type="presParOf" srcId="{BEBF6DFE-25D7-4EF1-9AC6-DF0DC5A14FF6}" destId="{52357CB9-F291-450B-81A5-6F46C279CC46}" srcOrd="1" destOrd="0" presId="urn:microsoft.com/office/officeart/2018/2/layout/IconVerticalSolidList"/>
    <dgm:cxn modelId="{3A552596-C21A-4455-A2DE-50A00C0E4DCD}" type="presParOf" srcId="{BEBF6DFE-25D7-4EF1-9AC6-DF0DC5A14FF6}" destId="{BA01562F-A98F-44DB-9310-FB8CC9BCE788}" srcOrd="2" destOrd="0" presId="urn:microsoft.com/office/officeart/2018/2/layout/IconVerticalSolidList"/>
    <dgm:cxn modelId="{261CC5AA-3A88-4135-89E3-0A186BBF22FD}" type="presParOf" srcId="{BEBF6DFE-25D7-4EF1-9AC6-DF0DC5A14FF6}" destId="{218C2693-46CB-4544-A8FF-C991B7A15502}" srcOrd="3" destOrd="0" presId="urn:microsoft.com/office/officeart/2018/2/layout/IconVerticalSolidList"/>
    <dgm:cxn modelId="{258E2F4F-1299-47C4-B214-EAD4CA3DE4AA}" type="presParOf" srcId="{43C87F9A-1558-4E49-8005-B37FB6646685}" destId="{8DE053F6-63A3-4E55-AE3D-1B4D4E56FBF9}" srcOrd="3" destOrd="0" presId="urn:microsoft.com/office/officeart/2018/2/layout/IconVerticalSolidList"/>
    <dgm:cxn modelId="{A47A3104-07C3-42CB-B91E-3C7839454008}" type="presParOf" srcId="{43C87F9A-1558-4E49-8005-B37FB6646685}" destId="{ADDED5DF-C03C-4455-8B54-AFADC455F5E7}" srcOrd="4" destOrd="0" presId="urn:microsoft.com/office/officeart/2018/2/layout/IconVerticalSolidList"/>
    <dgm:cxn modelId="{21A17796-E039-4C16-9977-A6A7B12234D8}" type="presParOf" srcId="{ADDED5DF-C03C-4455-8B54-AFADC455F5E7}" destId="{915E4BB0-6E2A-4158-B130-524B16A2B4EB}" srcOrd="0" destOrd="0" presId="urn:microsoft.com/office/officeart/2018/2/layout/IconVerticalSolidList"/>
    <dgm:cxn modelId="{A1098F73-7426-4477-85D3-85D6BB47F422}" type="presParOf" srcId="{ADDED5DF-C03C-4455-8B54-AFADC455F5E7}" destId="{B08FBFEE-A84F-4931-842B-963B97C7B210}" srcOrd="1" destOrd="0" presId="urn:microsoft.com/office/officeart/2018/2/layout/IconVerticalSolidList"/>
    <dgm:cxn modelId="{D64393C6-2EB7-4056-9937-0073FBA7AC84}" type="presParOf" srcId="{ADDED5DF-C03C-4455-8B54-AFADC455F5E7}" destId="{833325EB-379A-42B2-B717-F75802294C36}" srcOrd="2" destOrd="0" presId="urn:microsoft.com/office/officeart/2018/2/layout/IconVerticalSolidList"/>
    <dgm:cxn modelId="{B1A4B6AD-E171-4A3C-8F51-111B109ABDE3}" type="presParOf" srcId="{ADDED5DF-C03C-4455-8B54-AFADC455F5E7}" destId="{4361C417-9E6C-40E1-B900-74039C0CAF7C}" srcOrd="3" destOrd="0" presId="urn:microsoft.com/office/officeart/2018/2/layout/IconVerticalSolidList"/>
    <dgm:cxn modelId="{FF79E252-7C85-44E8-881C-922F1CE85A15}" type="presParOf" srcId="{43C87F9A-1558-4E49-8005-B37FB6646685}" destId="{B5B36F1A-B288-4C20-84B8-266EA7FE08D1}" srcOrd="5" destOrd="0" presId="urn:microsoft.com/office/officeart/2018/2/layout/IconVerticalSolidList"/>
    <dgm:cxn modelId="{81FB7376-013F-4F0A-A54E-CAEE195F2A40}" type="presParOf" srcId="{43C87F9A-1558-4E49-8005-B37FB6646685}" destId="{F696CB84-9AB9-4A8E-AD0C-F99CD97B6DE4}" srcOrd="6" destOrd="0" presId="urn:microsoft.com/office/officeart/2018/2/layout/IconVerticalSolidList"/>
    <dgm:cxn modelId="{12E920C5-D000-4395-BAA3-CCE38CAB8232}" type="presParOf" srcId="{F696CB84-9AB9-4A8E-AD0C-F99CD97B6DE4}" destId="{BFF82B3E-EE6D-4D1D-AEC1-8B9A662832BB}" srcOrd="0" destOrd="0" presId="urn:microsoft.com/office/officeart/2018/2/layout/IconVerticalSolidList"/>
    <dgm:cxn modelId="{3FFF98B3-81E5-429C-8E00-20036E6AEDFB}" type="presParOf" srcId="{F696CB84-9AB9-4A8E-AD0C-F99CD97B6DE4}" destId="{BA667153-59A8-42B7-A621-FED148D5390F}" srcOrd="1" destOrd="0" presId="urn:microsoft.com/office/officeart/2018/2/layout/IconVerticalSolidList"/>
    <dgm:cxn modelId="{6F82CA1D-280C-4089-97A4-7B9D51BBDB2C}" type="presParOf" srcId="{F696CB84-9AB9-4A8E-AD0C-F99CD97B6DE4}" destId="{3492D63E-8EBA-46E8-AEB8-4BC08254A75B}" srcOrd="2" destOrd="0" presId="urn:microsoft.com/office/officeart/2018/2/layout/IconVerticalSolidList"/>
    <dgm:cxn modelId="{EE47BF94-9FA1-40C6-93F1-11913FE978FB}" type="presParOf" srcId="{F696CB84-9AB9-4A8E-AD0C-F99CD97B6DE4}" destId="{C46FC510-79B6-456F-A355-DD7A247A7B90}"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F83EA2F0-180F-462C-AE75-3B62EFD21440}" type="doc">
      <dgm:prSet loTypeId="urn:microsoft.com/office/officeart/2005/8/layout/vProcess5" loCatId="process" qsTypeId="urn:microsoft.com/office/officeart/2005/8/quickstyle/simple1" qsCatId="simple" csTypeId="urn:microsoft.com/office/officeart/2005/8/colors/colorful1" csCatId="colorful" phldr="1"/>
      <dgm:spPr/>
      <dgm:t>
        <a:bodyPr/>
        <a:lstStyle/>
        <a:p>
          <a:endParaRPr lang="en-US"/>
        </a:p>
      </dgm:t>
    </dgm:pt>
    <dgm:pt modelId="{BB67B683-2A8E-46C5-AF69-4E5588FBD32C}">
      <dgm:prSet/>
      <dgm:spPr/>
      <dgm:t>
        <a:bodyPr/>
        <a:lstStyle/>
        <a:p>
          <a:r>
            <a:rPr lang="en-US" b="1"/>
            <a:t>1. Improved management of encrypted traffic</a:t>
          </a:r>
          <a:endParaRPr lang="en-US"/>
        </a:p>
      </dgm:t>
    </dgm:pt>
    <dgm:pt modelId="{B95FBAB2-E44F-408D-B804-96C001E5270E}" type="parTrans" cxnId="{B86F4413-FD42-44C4-84E6-75AE52FBB861}">
      <dgm:prSet/>
      <dgm:spPr/>
      <dgm:t>
        <a:bodyPr/>
        <a:lstStyle/>
        <a:p>
          <a:endParaRPr lang="en-US"/>
        </a:p>
      </dgm:t>
    </dgm:pt>
    <dgm:pt modelId="{D7ADC277-0DA7-45A1-B010-B76B30E29F07}" type="sibTrans" cxnId="{B86F4413-FD42-44C4-84E6-75AE52FBB861}">
      <dgm:prSet/>
      <dgm:spPr/>
      <dgm:t>
        <a:bodyPr/>
        <a:lstStyle/>
        <a:p>
          <a:endParaRPr lang="en-US"/>
        </a:p>
      </dgm:t>
    </dgm:pt>
    <dgm:pt modelId="{5930D03D-E1F3-4B5E-B544-3B7F2C319FC6}">
      <dgm:prSet/>
      <dgm:spPr/>
      <dgm:t>
        <a:bodyPr/>
        <a:lstStyle/>
        <a:p>
          <a:r>
            <a:rPr lang="en-US" b="1"/>
            <a:t>2. Anomaly detection using AI</a:t>
          </a:r>
          <a:endParaRPr lang="en-US"/>
        </a:p>
      </dgm:t>
    </dgm:pt>
    <dgm:pt modelId="{1AF13A0B-F7A0-4F04-B25A-E34EA0DFF550}" type="parTrans" cxnId="{56297E41-6DD6-44F0-BA20-7CB758044E5A}">
      <dgm:prSet/>
      <dgm:spPr/>
      <dgm:t>
        <a:bodyPr/>
        <a:lstStyle/>
        <a:p>
          <a:endParaRPr lang="en-US"/>
        </a:p>
      </dgm:t>
    </dgm:pt>
    <dgm:pt modelId="{4441B391-D1CB-4AEE-93D8-DA6DF9D53464}" type="sibTrans" cxnId="{56297E41-6DD6-44F0-BA20-7CB758044E5A}">
      <dgm:prSet/>
      <dgm:spPr/>
      <dgm:t>
        <a:bodyPr/>
        <a:lstStyle/>
        <a:p>
          <a:endParaRPr lang="en-US"/>
        </a:p>
      </dgm:t>
    </dgm:pt>
    <dgm:pt modelId="{A146B736-5CFF-4C7D-BF45-AA9737D6833F}">
      <dgm:prSet/>
      <dgm:spPr/>
      <dgm:t>
        <a:bodyPr/>
        <a:lstStyle/>
        <a:p>
          <a:r>
            <a:rPr lang="en-US" b="1"/>
            <a:t>3</a:t>
          </a:r>
          <a:r>
            <a:rPr lang="en-US"/>
            <a:t>. </a:t>
          </a:r>
          <a:r>
            <a:rPr lang="en-US" b="1"/>
            <a:t>Improved visualization</a:t>
          </a:r>
          <a:endParaRPr lang="en-US"/>
        </a:p>
      </dgm:t>
    </dgm:pt>
    <dgm:pt modelId="{82F001B3-4B7B-42AC-A5AF-2CE6E4633C48}" type="parTrans" cxnId="{D2330BB8-FC0A-4AA4-A8C2-04771BA04F50}">
      <dgm:prSet/>
      <dgm:spPr/>
      <dgm:t>
        <a:bodyPr/>
        <a:lstStyle/>
        <a:p>
          <a:endParaRPr lang="en-US"/>
        </a:p>
      </dgm:t>
    </dgm:pt>
    <dgm:pt modelId="{EA35F7C8-61A4-4031-BCE0-FD3A1CF0AFC0}" type="sibTrans" cxnId="{D2330BB8-FC0A-4AA4-A8C2-04771BA04F50}">
      <dgm:prSet/>
      <dgm:spPr/>
      <dgm:t>
        <a:bodyPr/>
        <a:lstStyle/>
        <a:p>
          <a:endParaRPr lang="en-US"/>
        </a:p>
      </dgm:t>
    </dgm:pt>
    <dgm:pt modelId="{7BA03948-E0E6-4ADB-A447-A86087C3056B}">
      <dgm:prSet/>
      <dgm:spPr/>
      <dgm:t>
        <a:bodyPr/>
        <a:lstStyle/>
        <a:p>
          <a:r>
            <a:rPr lang="en-US" b="1"/>
            <a:t>Note: Although NetworkMiner is very effective for quick forensic analysis, it must be combined with other tools for complex investigations.</a:t>
          </a:r>
          <a:endParaRPr lang="en-US"/>
        </a:p>
      </dgm:t>
    </dgm:pt>
    <dgm:pt modelId="{AC18F87D-34F4-4FDD-A02A-408FCB5BCF52}" type="parTrans" cxnId="{8DD8279F-4AC0-4161-BA7D-4F1954D61F0A}">
      <dgm:prSet/>
      <dgm:spPr/>
      <dgm:t>
        <a:bodyPr/>
        <a:lstStyle/>
        <a:p>
          <a:endParaRPr lang="en-US"/>
        </a:p>
      </dgm:t>
    </dgm:pt>
    <dgm:pt modelId="{0B69B518-BBB6-4414-BB6C-F3705986BB38}" type="sibTrans" cxnId="{8DD8279F-4AC0-4161-BA7D-4F1954D61F0A}">
      <dgm:prSet/>
      <dgm:spPr/>
      <dgm:t>
        <a:bodyPr/>
        <a:lstStyle/>
        <a:p>
          <a:endParaRPr lang="en-US"/>
        </a:p>
      </dgm:t>
    </dgm:pt>
    <dgm:pt modelId="{3C931D1D-6E3E-4BBB-9A5A-5C5F5888038D}">
      <dgm:prSet/>
      <dgm:spPr/>
      <dgm:t>
        <a:bodyPr/>
        <a:lstStyle/>
        <a:p>
          <a:r>
            <a:rPr lang="en-US" b="1"/>
            <a:t>I would like to have it in my toolbox because of its practicality and effectiveness.</a:t>
          </a:r>
          <a:endParaRPr lang="en-US"/>
        </a:p>
      </dgm:t>
    </dgm:pt>
    <dgm:pt modelId="{45FE71F9-642F-4EEC-B2D9-80C6121A0AE1}" type="parTrans" cxnId="{B176B894-F851-4925-91A7-988F311540C5}">
      <dgm:prSet/>
      <dgm:spPr/>
      <dgm:t>
        <a:bodyPr/>
        <a:lstStyle/>
        <a:p>
          <a:endParaRPr lang="en-US"/>
        </a:p>
      </dgm:t>
    </dgm:pt>
    <dgm:pt modelId="{79E53631-1CFF-4132-9A0E-63A9F38575C5}" type="sibTrans" cxnId="{B176B894-F851-4925-91A7-988F311540C5}">
      <dgm:prSet/>
      <dgm:spPr/>
      <dgm:t>
        <a:bodyPr/>
        <a:lstStyle/>
        <a:p>
          <a:endParaRPr lang="en-US"/>
        </a:p>
      </dgm:t>
    </dgm:pt>
    <dgm:pt modelId="{15480788-BC40-49EB-AF8D-DAD0B5B4F6FA}" type="pres">
      <dgm:prSet presAssocID="{F83EA2F0-180F-462C-AE75-3B62EFD21440}" presName="outerComposite" presStyleCnt="0">
        <dgm:presLayoutVars>
          <dgm:chMax val="5"/>
          <dgm:dir/>
          <dgm:resizeHandles val="exact"/>
        </dgm:presLayoutVars>
      </dgm:prSet>
      <dgm:spPr/>
    </dgm:pt>
    <dgm:pt modelId="{5BE35C6B-9FA4-4188-A5D9-7851E07850C6}" type="pres">
      <dgm:prSet presAssocID="{F83EA2F0-180F-462C-AE75-3B62EFD21440}" presName="dummyMaxCanvas" presStyleCnt="0">
        <dgm:presLayoutVars/>
      </dgm:prSet>
      <dgm:spPr/>
    </dgm:pt>
    <dgm:pt modelId="{DBC15FF4-9C0C-4161-8CC4-ACC6AC71CCFA}" type="pres">
      <dgm:prSet presAssocID="{F83EA2F0-180F-462C-AE75-3B62EFD21440}" presName="FiveNodes_1" presStyleLbl="node1" presStyleIdx="0" presStyleCnt="5">
        <dgm:presLayoutVars>
          <dgm:bulletEnabled val="1"/>
        </dgm:presLayoutVars>
      </dgm:prSet>
      <dgm:spPr/>
    </dgm:pt>
    <dgm:pt modelId="{6E2A2CEB-422D-4679-874B-3C983A26CD21}" type="pres">
      <dgm:prSet presAssocID="{F83EA2F0-180F-462C-AE75-3B62EFD21440}" presName="FiveNodes_2" presStyleLbl="node1" presStyleIdx="1" presStyleCnt="5">
        <dgm:presLayoutVars>
          <dgm:bulletEnabled val="1"/>
        </dgm:presLayoutVars>
      </dgm:prSet>
      <dgm:spPr/>
    </dgm:pt>
    <dgm:pt modelId="{1BCE3C03-4D71-4FF9-BFDD-93C2E6CD6E4B}" type="pres">
      <dgm:prSet presAssocID="{F83EA2F0-180F-462C-AE75-3B62EFD21440}" presName="FiveNodes_3" presStyleLbl="node1" presStyleIdx="2" presStyleCnt="5">
        <dgm:presLayoutVars>
          <dgm:bulletEnabled val="1"/>
        </dgm:presLayoutVars>
      </dgm:prSet>
      <dgm:spPr/>
    </dgm:pt>
    <dgm:pt modelId="{9D33BCC7-28A5-4E7E-9B11-961B2D983885}" type="pres">
      <dgm:prSet presAssocID="{F83EA2F0-180F-462C-AE75-3B62EFD21440}" presName="FiveNodes_4" presStyleLbl="node1" presStyleIdx="3" presStyleCnt="5">
        <dgm:presLayoutVars>
          <dgm:bulletEnabled val="1"/>
        </dgm:presLayoutVars>
      </dgm:prSet>
      <dgm:spPr/>
    </dgm:pt>
    <dgm:pt modelId="{DB9D670A-D333-4EE8-8022-5D75FCC8E5E8}" type="pres">
      <dgm:prSet presAssocID="{F83EA2F0-180F-462C-AE75-3B62EFD21440}" presName="FiveNodes_5" presStyleLbl="node1" presStyleIdx="4" presStyleCnt="5">
        <dgm:presLayoutVars>
          <dgm:bulletEnabled val="1"/>
        </dgm:presLayoutVars>
      </dgm:prSet>
      <dgm:spPr/>
    </dgm:pt>
    <dgm:pt modelId="{B8A6AA06-AA98-4FD2-B3E9-E8BD574CD259}" type="pres">
      <dgm:prSet presAssocID="{F83EA2F0-180F-462C-AE75-3B62EFD21440}" presName="FiveConn_1-2" presStyleLbl="fgAccFollowNode1" presStyleIdx="0" presStyleCnt="4">
        <dgm:presLayoutVars>
          <dgm:bulletEnabled val="1"/>
        </dgm:presLayoutVars>
      </dgm:prSet>
      <dgm:spPr/>
    </dgm:pt>
    <dgm:pt modelId="{E99CF410-2ED7-436C-B68F-54DCAD0EA243}" type="pres">
      <dgm:prSet presAssocID="{F83EA2F0-180F-462C-AE75-3B62EFD21440}" presName="FiveConn_2-3" presStyleLbl="fgAccFollowNode1" presStyleIdx="1" presStyleCnt="4">
        <dgm:presLayoutVars>
          <dgm:bulletEnabled val="1"/>
        </dgm:presLayoutVars>
      </dgm:prSet>
      <dgm:spPr/>
    </dgm:pt>
    <dgm:pt modelId="{C04AD428-9927-44CD-916F-06748E9821CA}" type="pres">
      <dgm:prSet presAssocID="{F83EA2F0-180F-462C-AE75-3B62EFD21440}" presName="FiveConn_3-4" presStyleLbl="fgAccFollowNode1" presStyleIdx="2" presStyleCnt="4">
        <dgm:presLayoutVars>
          <dgm:bulletEnabled val="1"/>
        </dgm:presLayoutVars>
      </dgm:prSet>
      <dgm:spPr/>
    </dgm:pt>
    <dgm:pt modelId="{7DE54CF3-7AC7-4AD4-B637-B3798BE0724C}" type="pres">
      <dgm:prSet presAssocID="{F83EA2F0-180F-462C-AE75-3B62EFD21440}" presName="FiveConn_4-5" presStyleLbl="fgAccFollowNode1" presStyleIdx="3" presStyleCnt="4">
        <dgm:presLayoutVars>
          <dgm:bulletEnabled val="1"/>
        </dgm:presLayoutVars>
      </dgm:prSet>
      <dgm:spPr/>
    </dgm:pt>
    <dgm:pt modelId="{647CF532-BA02-4F7F-BD92-B83C8A1065C8}" type="pres">
      <dgm:prSet presAssocID="{F83EA2F0-180F-462C-AE75-3B62EFD21440}" presName="FiveNodes_1_text" presStyleLbl="node1" presStyleIdx="4" presStyleCnt="5">
        <dgm:presLayoutVars>
          <dgm:bulletEnabled val="1"/>
        </dgm:presLayoutVars>
      </dgm:prSet>
      <dgm:spPr/>
    </dgm:pt>
    <dgm:pt modelId="{D19F1DE3-4B14-40D5-A099-DCF02F1B3327}" type="pres">
      <dgm:prSet presAssocID="{F83EA2F0-180F-462C-AE75-3B62EFD21440}" presName="FiveNodes_2_text" presStyleLbl="node1" presStyleIdx="4" presStyleCnt="5">
        <dgm:presLayoutVars>
          <dgm:bulletEnabled val="1"/>
        </dgm:presLayoutVars>
      </dgm:prSet>
      <dgm:spPr/>
    </dgm:pt>
    <dgm:pt modelId="{6B279FDE-7DD4-47E5-B741-A4D58C0CC0F7}" type="pres">
      <dgm:prSet presAssocID="{F83EA2F0-180F-462C-AE75-3B62EFD21440}" presName="FiveNodes_3_text" presStyleLbl="node1" presStyleIdx="4" presStyleCnt="5">
        <dgm:presLayoutVars>
          <dgm:bulletEnabled val="1"/>
        </dgm:presLayoutVars>
      </dgm:prSet>
      <dgm:spPr/>
    </dgm:pt>
    <dgm:pt modelId="{BD2F961B-3F20-4098-BF5E-306DDCEA1771}" type="pres">
      <dgm:prSet presAssocID="{F83EA2F0-180F-462C-AE75-3B62EFD21440}" presName="FiveNodes_4_text" presStyleLbl="node1" presStyleIdx="4" presStyleCnt="5">
        <dgm:presLayoutVars>
          <dgm:bulletEnabled val="1"/>
        </dgm:presLayoutVars>
      </dgm:prSet>
      <dgm:spPr/>
    </dgm:pt>
    <dgm:pt modelId="{B3954C07-E44C-4406-9C77-75C6659D91F8}" type="pres">
      <dgm:prSet presAssocID="{F83EA2F0-180F-462C-AE75-3B62EFD21440}" presName="FiveNodes_5_text" presStyleLbl="node1" presStyleIdx="4" presStyleCnt="5">
        <dgm:presLayoutVars>
          <dgm:bulletEnabled val="1"/>
        </dgm:presLayoutVars>
      </dgm:prSet>
      <dgm:spPr/>
    </dgm:pt>
  </dgm:ptLst>
  <dgm:cxnLst>
    <dgm:cxn modelId="{2801A00D-C28A-41DF-ACCB-245464C6D5CC}" type="presOf" srcId="{5930D03D-E1F3-4B5E-B544-3B7F2C319FC6}" destId="{6E2A2CEB-422D-4679-874B-3C983A26CD21}" srcOrd="0" destOrd="0" presId="urn:microsoft.com/office/officeart/2005/8/layout/vProcess5"/>
    <dgm:cxn modelId="{B86F4413-FD42-44C4-84E6-75AE52FBB861}" srcId="{F83EA2F0-180F-462C-AE75-3B62EFD21440}" destId="{BB67B683-2A8E-46C5-AF69-4E5588FBD32C}" srcOrd="0" destOrd="0" parTransId="{B95FBAB2-E44F-408D-B804-96C001E5270E}" sibTransId="{D7ADC277-0DA7-45A1-B010-B76B30E29F07}"/>
    <dgm:cxn modelId="{92E0FE2A-D2FB-4C71-8A35-8F91FE6FE856}" type="presOf" srcId="{EA35F7C8-61A4-4031-BCE0-FD3A1CF0AFC0}" destId="{C04AD428-9927-44CD-916F-06748E9821CA}" srcOrd="0" destOrd="0" presId="urn:microsoft.com/office/officeart/2005/8/layout/vProcess5"/>
    <dgm:cxn modelId="{26D9BF3F-39DD-4D4F-8CEB-F539544DB288}" type="presOf" srcId="{5930D03D-E1F3-4B5E-B544-3B7F2C319FC6}" destId="{D19F1DE3-4B14-40D5-A099-DCF02F1B3327}" srcOrd="1" destOrd="0" presId="urn:microsoft.com/office/officeart/2005/8/layout/vProcess5"/>
    <dgm:cxn modelId="{048C745C-878F-4120-BFBF-495AD116A248}" type="presOf" srcId="{D7ADC277-0DA7-45A1-B010-B76B30E29F07}" destId="{B8A6AA06-AA98-4FD2-B3E9-E8BD574CD259}" srcOrd="0" destOrd="0" presId="urn:microsoft.com/office/officeart/2005/8/layout/vProcess5"/>
    <dgm:cxn modelId="{95263E61-B264-482A-80B9-7EAD4A8D7293}" type="presOf" srcId="{3C931D1D-6E3E-4BBB-9A5A-5C5F5888038D}" destId="{DB9D670A-D333-4EE8-8022-5D75FCC8E5E8}" srcOrd="0" destOrd="0" presId="urn:microsoft.com/office/officeart/2005/8/layout/vProcess5"/>
    <dgm:cxn modelId="{56297E41-6DD6-44F0-BA20-7CB758044E5A}" srcId="{F83EA2F0-180F-462C-AE75-3B62EFD21440}" destId="{5930D03D-E1F3-4B5E-B544-3B7F2C319FC6}" srcOrd="1" destOrd="0" parTransId="{1AF13A0B-F7A0-4F04-B25A-E34EA0DFF550}" sibTransId="{4441B391-D1CB-4AEE-93D8-DA6DF9D53464}"/>
    <dgm:cxn modelId="{27CDA942-D222-486C-94C9-908A69F3B81D}" type="presOf" srcId="{F83EA2F0-180F-462C-AE75-3B62EFD21440}" destId="{15480788-BC40-49EB-AF8D-DAD0B5B4F6FA}" srcOrd="0" destOrd="0" presId="urn:microsoft.com/office/officeart/2005/8/layout/vProcess5"/>
    <dgm:cxn modelId="{4CDC7E65-203A-4B25-BD40-5EB11468E69D}" type="presOf" srcId="{BB67B683-2A8E-46C5-AF69-4E5588FBD32C}" destId="{DBC15FF4-9C0C-4161-8CC4-ACC6AC71CCFA}" srcOrd="0" destOrd="0" presId="urn:microsoft.com/office/officeart/2005/8/layout/vProcess5"/>
    <dgm:cxn modelId="{3CA9F34D-63DB-4FEE-A315-5F01EC84EF0C}" type="presOf" srcId="{A146B736-5CFF-4C7D-BF45-AA9737D6833F}" destId="{1BCE3C03-4D71-4FF9-BFDD-93C2E6CD6E4B}" srcOrd="0" destOrd="0" presId="urn:microsoft.com/office/officeart/2005/8/layout/vProcess5"/>
    <dgm:cxn modelId="{6DA50C77-CB5E-4A67-B0E4-8E4E9CE08550}" type="presOf" srcId="{3C931D1D-6E3E-4BBB-9A5A-5C5F5888038D}" destId="{B3954C07-E44C-4406-9C77-75C6659D91F8}" srcOrd="1" destOrd="0" presId="urn:microsoft.com/office/officeart/2005/8/layout/vProcess5"/>
    <dgm:cxn modelId="{444AD691-A902-4096-9AAC-27A44261B63C}" type="presOf" srcId="{7BA03948-E0E6-4ADB-A447-A86087C3056B}" destId="{BD2F961B-3F20-4098-BF5E-306DDCEA1771}" srcOrd="1" destOrd="0" presId="urn:microsoft.com/office/officeart/2005/8/layout/vProcess5"/>
    <dgm:cxn modelId="{B176B894-F851-4925-91A7-988F311540C5}" srcId="{F83EA2F0-180F-462C-AE75-3B62EFD21440}" destId="{3C931D1D-6E3E-4BBB-9A5A-5C5F5888038D}" srcOrd="4" destOrd="0" parTransId="{45FE71F9-642F-4EEC-B2D9-80C6121A0AE1}" sibTransId="{79E53631-1CFF-4132-9A0E-63A9F38575C5}"/>
    <dgm:cxn modelId="{77D2C797-F255-4996-B587-60F1F37067D7}" type="presOf" srcId="{BB67B683-2A8E-46C5-AF69-4E5588FBD32C}" destId="{647CF532-BA02-4F7F-BD92-B83C8A1065C8}" srcOrd="1" destOrd="0" presId="urn:microsoft.com/office/officeart/2005/8/layout/vProcess5"/>
    <dgm:cxn modelId="{8DD8279F-4AC0-4161-BA7D-4F1954D61F0A}" srcId="{F83EA2F0-180F-462C-AE75-3B62EFD21440}" destId="{7BA03948-E0E6-4ADB-A447-A86087C3056B}" srcOrd="3" destOrd="0" parTransId="{AC18F87D-34F4-4FDD-A02A-408FCB5BCF52}" sibTransId="{0B69B518-BBB6-4414-BB6C-F3705986BB38}"/>
    <dgm:cxn modelId="{406416A7-72E6-48D7-82A7-CB0BC79802DA}" type="presOf" srcId="{A146B736-5CFF-4C7D-BF45-AA9737D6833F}" destId="{6B279FDE-7DD4-47E5-B741-A4D58C0CC0F7}" srcOrd="1" destOrd="0" presId="urn:microsoft.com/office/officeart/2005/8/layout/vProcess5"/>
    <dgm:cxn modelId="{7DE053B2-2764-4650-A9C2-B7164B9CACF8}" type="presOf" srcId="{4441B391-D1CB-4AEE-93D8-DA6DF9D53464}" destId="{E99CF410-2ED7-436C-B68F-54DCAD0EA243}" srcOrd="0" destOrd="0" presId="urn:microsoft.com/office/officeart/2005/8/layout/vProcess5"/>
    <dgm:cxn modelId="{D2330BB8-FC0A-4AA4-A8C2-04771BA04F50}" srcId="{F83EA2F0-180F-462C-AE75-3B62EFD21440}" destId="{A146B736-5CFF-4C7D-BF45-AA9737D6833F}" srcOrd="2" destOrd="0" parTransId="{82F001B3-4B7B-42AC-A5AF-2CE6E4633C48}" sibTransId="{EA35F7C8-61A4-4031-BCE0-FD3A1CF0AFC0}"/>
    <dgm:cxn modelId="{7E5049E3-A344-421D-84A6-42113AC68A52}" type="presOf" srcId="{0B69B518-BBB6-4414-BB6C-F3705986BB38}" destId="{7DE54CF3-7AC7-4AD4-B637-B3798BE0724C}" srcOrd="0" destOrd="0" presId="urn:microsoft.com/office/officeart/2005/8/layout/vProcess5"/>
    <dgm:cxn modelId="{142019F3-8C51-43F5-AE01-9416CD685F5A}" type="presOf" srcId="{7BA03948-E0E6-4ADB-A447-A86087C3056B}" destId="{9D33BCC7-28A5-4E7E-9B11-961B2D983885}" srcOrd="0" destOrd="0" presId="urn:microsoft.com/office/officeart/2005/8/layout/vProcess5"/>
    <dgm:cxn modelId="{A144E252-D4C2-44B4-9F3A-ECA5A745CB1D}" type="presParOf" srcId="{15480788-BC40-49EB-AF8D-DAD0B5B4F6FA}" destId="{5BE35C6B-9FA4-4188-A5D9-7851E07850C6}" srcOrd="0" destOrd="0" presId="urn:microsoft.com/office/officeart/2005/8/layout/vProcess5"/>
    <dgm:cxn modelId="{66FC847C-CBED-4702-92F8-001D41F4521B}" type="presParOf" srcId="{15480788-BC40-49EB-AF8D-DAD0B5B4F6FA}" destId="{DBC15FF4-9C0C-4161-8CC4-ACC6AC71CCFA}" srcOrd="1" destOrd="0" presId="urn:microsoft.com/office/officeart/2005/8/layout/vProcess5"/>
    <dgm:cxn modelId="{AD2B231C-543A-4107-9438-03C100839E46}" type="presParOf" srcId="{15480788-BC40-49EB-AF8D-DAD0B5B4F6FA}" destId="{6E2A2CEB-422D-4679-874B-3C983A26CD21}" srcOrd="2" destOrd="0" presId="urn:microsoft.com/office/officeart/2005/8/layout/vProcess5"/>
    <dgm:cxn modelId="{28DFD162-C970-4D1E-9887-CD195ACC5FBA}" type="presParOf" srcId="{15480788-BC40-49EB-AF8D-DAD0B5B4F6FA}" destId="{1BCE3C03-4D71-4FF9-BFDD-93C2E6CD6E4B}" srcOrd="3" destOrd="0" presId="urn:microsoft.com/office/officeart/2005/8/layout/vProcess5"/>
    <dgm:cxn modelId="{F160BE36-6E00-4983-BB0B-E4123EB09061}" type="presParOf" srcId="{15480788-BC40-49EB-AF8D-DAD0B5B4F6FA}" destId="{9D33BCC7-28A5-4E7E-9B11-961B2D983885}" srcOrd="4" destOrd="0" presId="urn:microsoft.com/office/officeart/2005/8/layout/vProcess5"/>
    <dgm:cxn modelId="{E46C5435-5610-419B-A9EC-88A6463EEA20}" type="presParOf" srcId="{15480788-BC40-49EB-AF8D-DAD0B5B4F6FA}" destId="{DB9D670A-D333-4EE8-8022-5D75FCC8E5E8}" srcOrd="5" destOrd="0" presId="urn:microsoft.com/office/officeart/2005/8/layout/vProcess5"/>
    <dgm:cxn modelId="{8F247CD8-F0B9-4E74-90E0-1AAF942B4CDC}" type="presParOf" srcId="{15480788-BC40-49EB-AF8D-DAD0B5B4F6FA}" destId="{B8A6AA06-AA98-4FD2-B3E9-E8BD574CD259}" srcOrd="6" destOrd="0" presId="urn:microsoft.com/office/officeart/2005/8/layout/vProcess5"/>
    <dgm:cxn modelId="{0B77D78D-B2CC-4046-B0C5-1BBB4B2FE29E}" type="presParOf" srcId="{15480788-BC40-49EB-AF8D-DAD0B5B4F6FA}" destId="{E99CF410-2ED7-436C-B68F-54DCAD0EA243}" srcOrd="7" destOrd="0" presId="urn:microsoft.com/office/officeart/2005/8/layout/vProcess5"/>
    <dgm:cxn modelId="{61C2F680-B485-4633-9DD7-F2C7C3882EF4}" type="presParOf" srcId="{15480788-BC40-49EB-AF8D-DAD0B5B4F6FA}" destId="{C04AD428-9927-44CD-916F-06748E9821CA}" srcOrd="8" destOrd="0" presId="urn:microsoft.com/office/officeart/2005/8/layout/vProcess5"/>
    <dgm:cxn modelId="{ACDCF974-D4E1-47A8-A552-0F74C9F5C649}" type="presParOf" srcId="{15480788-BC40-49EB-AF8D-DAD0B5B4F6FA}" destId="{7DE54CF3-7AC7-4AD4-B637-B3798BE0724C}" srcOrd="9" destOrd="0" presId="urn:microsoft.com/office/officeart/2005/8/layout/vProcess5"/>
    <dgm:cxn modelId="{59269E79-50FA-47E8-87EF-3B57AA9FB10A}" type="presParOf" srcId="{15480788-BC40-49EB-AF8D-DAD0B5B4F6FA}" destId="{647CF532-BA02-4F7F-BD92-B83C8A1065C8}" srcOrd="10" destOrd="0" presId="urn:microsoft.com/office/officeart/2005/8/layout/vProcess5"/>
    <dgm:cxn modelId="{B730B666-D3FA-4AB2-8082-BE47C3EF4452}" type="presParOf" srcId="{15480788-BC40-49EB-AF8D-DAD0B5B4F6FA}" destId="{D19F1DE3-4B14-40D5-A099-DCF02F1B3327}" srcOrd="11" destOrd="0" presId="urn:microsoft.com/office/officeart/2005/8/layout/vProcess5"/>
    <dgm:cxn modelId="{641B9053-17B7-4608-83A7-E383C11EAE7A}" type="presParOf" srcId="{15480788-BC40-49EB-AF8D-DAD0B5B4F6FA}" destId="{6B279FDE-7DD4-47E5-B741-A4D58C0CC0F7}" srcOrd="12" destOrd="0" presId="urn:microsoft.com/office/officeart/2005/8/layout/vProcess5"/>
    <dgm:cxn modelId="{8CEE4B42-ACE6-4A4C-A389-2AE74BD5963F}" type="presParOf" srcId="{15480788-BC40-49EB-AF8D-DAD0B5B4F6FA}" destId="{BD2F961B-3F20-4098-BF5E-306DDCEA1771}" srcOrd="13" destOrd="0" presId="urn:microsoft.com/office/officeart/2005/8/layout/vProcess5"/>
    <dgm:cxn modelId="{BCFDEBDC-B56B-4B0B-8BB3-2C8D9656A735}" type="presParOf" srcId="{15480788-BC40-49EB-AF8D-DAD0B5B4F6FA}" destId="{B3954C07-E44C-4406-9C77-75C6659D91F8}" srcOrd="14"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C433EC42-9107-4F75-B91C-27904A95B563}" type="doc">
      <dgm:prSet loTypeId="urn:microsoft.com/office/officeart/2008/layout/LinedList" loCatId="list" qsTypeId="urn:microsoft.com/office/officeart/2005/8/quickstyle/simple1" qsCatId="simple" csTypeId="urn:microsoft.com/office/officeart/2005/8/colors/accent0_3" csCatId="mainScheme" phldr="1"/>
      <dgm:spPr/>
      <dgm:t>
        <a:bodyPr/>
        <a:lstStyle/>
        <a:p>
          <a:endParaRPr lang="en-US"/>
        </a:p>
      </dgm:t>
    </dgm:pt>
    <dgm:pt modelId="{34DBF935-A2F3-4D82-9131-72978B1F511D}">
      <dgm:prSet/>
      <dgm:spPr/>
      <dgm:t>
        <a:bodyPr/>
        <a:lstStyle/>
        <a:p>
          <a:r>
            <a:rPr lang="en-US" b="1"/>
            <a:t>NetworkMiner is a valuable network investigation tool that can recover hidden or deleted evidence from network traffic.</a:t>
          </a:r>
          <a:endParaRPr lang="en-US"/>
        </a:p>
      </dgm:t>
    </dgm:pt>
    <dgm:pt modelId="{0B6EAD8F-0F91-40E5-AEFF-D12080C6F94F}" type="parTrans" cxnId="{C8DE6530-9E8F-45FD-A9EF-1DF473E481F4}">
      <dgm:prSet/>
      <dgm:spPr/>
      <dgm:t>
        <a:bodyPr/>
        <a:lstStyle/>
        <a:p>
          <a:endParaRPr lang="en-US"/>
        </a:p>
      </dgm:t>
    </dgm:pt>
    <dgm:pt modelId="{7D880963-81D3-45AD-8006-791A5618B475}" type="sibTrans" cxnId="{C8DE6530-9E8F-45FD-A9EF-1DF473E481F4}">
      <dgm:prSet/>
      <dgm:spPr/>
      <dgm:t>
        <a:bodyPr/>
        <a:lstStyle/>
        <a:p>
          <a:endParaRPr lang="en-US"/>
        </a:p>
      </dgm:t>
    </dgm:pt>
    <dgm:pt modelId="{C492C111-C3C3-479A-96CB-540D836FFE83}">
      <dgm:prSet/>
      <dgm:spPr/>
      <dgm:t>
        <a:bodyPr/>
        <a:lstStyle/>
        <a:p>
          <a:r>
            <a:rPr lang="en-US" b="1" dirty="0"/>
            <a:t>Its ease of use and real-world applicability make it an essential tool in modern digital investigations.</a:t>
          </a:r>
        </a:p>
        <a:p>
          <a:endParaRPr lang="en-US" dirty="0"/>
        </a:p>
        <a:p>
          <a:r>
            <a:rPr lang="en-US" b="1" i="0" dirty="0"/>
            <a:t>Network Miner will be in my forensic toolbox because it can recover hidden evidence from network traffic without changing the original data.</a:t>
          </a:r>
          <a:endParaRPr lang="en-US" dirty="0"/>
        </a:p>
      </dgm:t>
    </dgm:pt>
    <dgm:pt modelId="{DB2DC11C-D061-4D50-9357-221FDBAE12C0}" type="parTrans" cxnId="{82C61089-2C11-41DC-83FB-E8A8A10D73A5}">
      <dgm:prSet/>
      <dgm:spPr/>
      <dgm:t>
        <a:bodyPr/>
        <a:lstStyle/>
        <a:p>
          <a:endParaRPr lang="en-US"/>
        </a:p>
      </dgm:t>
    </dgm:pt>
    <dgm:pt modelId="{53BAFF16-0352-488A-9C58-DB6068A809C9}" type="sibTrans" cxnId="{82C61089-2C11-41DC-83FB-E8A8A10D73A5}">
      <dgm:prSet/>
      <dgm:spPr/>
      <dgm:t>
        <a:bodyPr/>
        <a:lstStyle/>
        <a:p>
          <a:endParaRPr lang="en-US"/>
        </a:p>
      </dgm:t>
    </dgm:pt>
    <dgm:pt modelId="{E0F57668-7C80-4797-9D95-457764F7D242}" type="pres">
      <dgm:prSet presAssocID="{C433EC42-9107-4F75-B91C-27904A95B563}" presName="vert0" presStyleCnt="0">
        <dgm:presLayoutVars>
          <dgm:dir/>
          <dgm:animOne val="branch"/>
          <dgm:animLvl val="lvl"/>
        </dgm:presLayoutVars>
      </dgm:prSet>
      <dgm:spPr/>
    </dgm:pt>
    <dgm:pt modelId="{6DA5B49B-2AF7-4752-B3B1-514B9589F119}" type="pres">
      <dgm:prSet presAssocID="{34DBF935-A2F3-4D82-9131-72978B1F511D}" presName="thickLine" presStyleLbl="alignNode1" presStyleIdx="0" presStyleCnt="2"/>
      <dgm:spPr/>
    </dgm:pt>
    <dgm:pt modelId="{76705D9F-87B3-48A8-B6EF-2654A27FFC84}" type="pres">
      <dgm:prSet presAssocID="{34DBF935-A2F3-4D82-9131-72978B1F511D}" presName="horz1" presStyleCnt="0"/>
      <dgm:spPr/>
    </dgm:pt>
    <dgm:pt modelId="{3FE2C117-60E4-474C-BCE3-DB8FB2896A8D}" type="pres">
      <dgm:prSet presAssocID="{34DBF935-A2F3-4D82-9131-72978B1F511D}" presName="tx1" presStyleLbl="revTx" presStyleIdx="0" presStyleCnt="2"/>
      <dgm:spPr/>
    </dgm:pt>
    <dgm:pt modelId="{1F997858-BDEB-4681-A487-8C8C58AEFA21}" type="pres">
      <dgm:prSet presAssocID="{34DBF935-A2F3-4D82-9131-72978B1F511D}" presName="vert1" presStyleCnt="0"/>
      <dgm:spPr/>
    </dgm:pt>
    <dgm:pt modelId="{9A8F6E0E-8E6D-4438-B09B-889DE8DDCE7D}" type="pres">
      <dgm:prSet presAssocID="{C492C111-C3C3-479A-96CB-540D836FFE83}" presName="thickLine" presStyleLbl="alignNode1" presStyleIdx="1" presStyleCnt="2"/>
      <dgm:spPr/>
    </dgm:pt>
    <dgm:pt modelId="{570F0394-4A86-41A8-B273-0DDC19DA451B}" type="pres">
      <dgm:prSet presAssocID="{C492C111-C3C3-479A-96CB-540D836FFE83}" presName="horz1" presStyleCnt="0"/>
      <dgm:spPr/>
    </dgm:pt>
    <dgm:pt modelId="{375BFC45-43D9-4166-B6A2-48287ED00BDF}" type="pres">
      <dgm:prSet presAssocID="{C492C111-C3C3-479A-96CB-540D836FFE83}" presName="tx1" presStyleLbl="revTx" presStyleIdx="1" presStyleCnt="2"/>
      <dgm:spPr/>
    </dgm:pt>
    <dgm:pt modelId="{B0EB0A8F-FED4-4B20-A827-A3A73D6E511C}" type="pres">
      <dgm:prSet presAssocID="{C492C111-C3C3-479A-96CB-540D836FFE83}" presName="vert1" presStyleCnt="0"/>
      <dgm:spPr/>
    </dgm:pt>
  </dgm:ptLst>
  <dgm:cxnLst>
    <dgm:cxn modelId="{C8DE6530-9E8F-45FD-A9EF-1DF473E481F4}" srcId="{C433EC42-9107-4F75-B91C-27904A95B563}" destId="{34DBF935-A2F3-4D82-9131-72978B1F511D}" srcOrd="0" destOrd="0" parTransId="{0B6EAD8F-0F91-40E5-AEFF-D12080C6F94F}" sibTransId="{7D880963-81D3-45AD-8006-791A5618B475}"/>
    <dgm:cxn modelId="{3981CE35-FE40-44D2-B7FC-35D12DBFDEFC}" type="presOf" srcId="{C433EC42-9107-4F75-B91C-27904A95B563}" destId="{E0F57668-7C80-4797-9D95-457764F7D242}" srcOrd="0" destOrd="0" presId="urn:microsoft.com/office/officeart/2008/layout/LinedList"/>
    <dgm:cxn modelId="{06A3A881-D6F9-4E95-81DF-24DC13B1DDDD}" type="presOf" srcId="{34DBF935-A2F3-4D82-9131-72978B1F511D}" destId="{3FE2C117-60E4-474C-BCE3-DB8FB2896A8D}" srcOrd="0" destOrd="0" presId="urn:microsoft.com/office/officeart/2008/layout/LinedList"/>
    <dgm:cxn modelId="{82C61089-2C11-41DC-83FB-E8A8A10D73A5}" srcId="{C433EC42-9107-4F75-B91C-27904A95B563}" destId="{C492C111-C3C3-479A-96CB-540D836FFE83}" srcOrd="1" destOrd="0" parTransId="{DB2DC11C-D061-4D50-9357-221FDBAE12C0}" sibTransId="{53BAFF16-0352-488A-9C58-DB6068A809C9}"/>
    <dgm:cxn modelId="{F2DF5FAA-7E6C-438C-969C-D2013A038039}" type="presOf" srcId="{C492C111-C3C3-479A-96CB-540D836FFE83}" destId="{375BFC45-43D9-4166-B6A2-48287ED00BDF}" srcOrd="0" destOrd="0" presId="urn:microsoft.com/office/officeart/2008/layout/LinedList"/>
    <dgm:cxn modelId="{D85596E3-753F-4FCC-8E16-1DC4711742C2}" type="presParOf" srcId="{E0F57668-7C80-4797-9D95-457764F7D242}" destId="{6DA5B49B-2AF7-4752-B3B1-514B9589F119}" srcOrd="0" destOrd="0" presId="urn:microsoft.com/office/officeart/2008/layout/LinedList"/>
    <dgm:cxn modelId="{F093C873-3E16-4E13-937D-132EA943FE79}" type="presParOf" srcId="{E0F57668-7C80-4797-9D95-457764F7D242}" destId="{76705D9F-87B3-48A8-B6EF-2654A27FFC84}" srcOrd="1" destOrd="0" presId="urn:microsoft.com/office/officeart/2008/layout/LinedList"/>
    <dgm:cxn modelId="{6ACA8B96-B8C0-402E-843E-617EBF1D11BC}" type="presParOf" srcId="{76705D9F-87B3-48A8-B6EF-2654A27FFC84}" destId="{3FE2C117-60E4-474C-BCE3-DB8FB2896A8D}" srcOrd="0" destOrd="0" presId="urn:microsoft.com/office/officeart/2008/layout/LinedList"/>
    <dgm:cxn modelId="{CFAE5225-7028-4C38-A5CB-E2EA00653061}" type="presParOf" srcId="{76705D9F-87B3-48A8-B6EF-2654A27FFC84}" destId="{1F997858-BDEB-4681-A487-8C8C58AEFA21}" srcOrd="1" destOrd="0" presId="urn:microsoft.com/office/officeart/2008/layout/LinedList"/>
    <dgm:cxn modelId="{D1CEE79A-592C-4792-B614-609D2DDC6093}" type="presParOf" srcId="{E0F57668-7C80-4797-9D95-457764F7D242}" destId="{9A8F6E0E-8E6D-4438-B09B-889DE8DDCE7D}" srcOrd="2" destOrd="0" presId="urn:microsoft.com/office/officeart/2008/layout/LinedList"/>
    <dgm:cxn modelId="{74799A2A-B013-4B5D-A1D4-708D8101B35B}" type="presParOf" srcId="{E0F57668-7C80-4797-9D95-457764F7D242}" destId="{570F0394-4A86-41A8-B273-0DDC19DA451B}" srcOrd="3" destOrd="0" presId="urn:microsoft.com/office/officeart/2008/layout/LinedList"/>
    <dgm:cxn modelId="{710F7D5E-2ED3-48BE-8EB5-4FCBB2B9BF3A}" type="presParOf" srcId="{570F0394-4A86-41A8-B273-0DDC19DA451B}" destId="{375BFC45-43D9-4166-B6A2-48287ED00BDF}" srcOrd="0" destOrd="0" presId="urn:microsoft.com/office/officeart/2008/layout/LinedList"/>
    <dgm:cxn modelId="{613BF65A-57DC-4E22-928B-707D39B4C48A}" type="presParOf" srcId="{570F0394-4A86-41A8-B273-0DDC19DA451B}" destId="{B0EB0A8F-FED4-4B20-A827-A3A73D6E511C}"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F6BA0FA8-0D2C-49A1-8399-958F9E2D711C}" type="doc">
      <dgm:prSet loTypeId="urn:microsoft.com/office/officeart/2018/2/layout/IconCircle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A40ADB4-0D09-4DC5-8AF2-69451C8B51C0}">
      <dgm:prSet/>
      <dgm:spPr/>
      <dgm:t>
        <a:bodyPr/>
        <a:lstStyle/>
        <a:p>
          <a:pPr>
            <a:lnSpc>
              <a:spcPct val="100000"/>
            </a:lnSpc>
          </a:pPr>
          <a:r>
            <a:rPr lang="en-US" b="0" i="0"/>
            <a:t>Netresec. (2024) </a:t>
          </a:r>
          <a:r>
            <a:rPr lang="en-US" b="0" i="1"/>
            <a:t>NetworkMiner Official Tool Documentation</a:t>
          </a:r>
          <a:r>
            <a:rPr lang="en-US" b="0" i="0"/>
            <a:t>.</a:t>
          </a:r>
          <a:endParaRPr lang="en-US"/>
        </a:p>
      </dgm:t>
    </dgm:pt>
    <dgm:pt modelId="{454D8B9C-0364-4E5B-A7DC-492B2605BA55}" type="parTrans" cxnId="{93151AB7-4681-4E15-B0F0-ED280E57419B}">
      <dgm:prSet/>
      <dgm:spPr/>
      <dgm:t>
        <a:bodyPr/>
        <a:lstStyle/>
        <a:p>
          <a:endParaRPr lang="en-US"/>
        </a:p>
      </dgm:t>
    </dgm:pt>
    <dgm:pt modelId="{B535125D-CBE2-4717-ADD4-0E2959BA271A}" type="sibTrans" cxnId="{93151AB7-4681-4E15-B0F0-ED280E57419B}">
      <dgm:prSet/>
      <dgm:spPr/>
      <dgm:t>
        <a:bodyPr/>
        <a:lstStyle/>
        <a:p>
          <a:pPr>
            <a:lnSpc>
              <a:spcPct val="100000"/>
            </a:lnSpc>
          </a:pPr>
          <a:endParaRPr lang="en-US"/>
        </a:p>
      </dgm:t>
    </dgm:pt>
    <dgm:pt modelId="{949A1B84-373D-4925-988B-514C1C0DADE2}">
      <dgm:prSet/>
      <dgm:spPr/>
      <dgm:t>
        <a:bodyPr/>
        <a:lstStyle/>
        <a:p>
          <a:pPr>
            <a:lnSpc>
              <a:spcPct val="100000"/>
            </a:lnSpc>
          </a:pPr>
          <a:r>
            <a:rPr lang="en-US" b="0" i="0"/>
            <a:t>Bejtlich, R. (2013) </a:t>
          </a:r>
          <a:r>
            <a:rPr lang="en-US" b="0" i="1"/>
            <a:t>The Practice of Network Security Monitoring</a:t>
          </a:r>
          <a:endParaRPr lang="en-US"/>
        </a:p>
      </dgm:t>
    </dgm:pt>
    <dgm:pt modelId="{539534BA-6CC3-463B-B3E0-201ABEBA50AF}" type="parTrans" cxnId="{47AC5B6F-3786-435C-999B-BD553715B349}">
      <dgm:prSet/>
      <dgm:spPr/>
      <dgm:t>
        <a:bodyPr/>
        <a:lstStyle/>
        <a:p>
          <a:endParaRPr lang="en-US"/>
        </a:p>
      </dgm:t>
    </dgm:pt>
    <dgm:pt modelId="{609671AD-E99B-44FE-94A4-3B8C9C6AC308}" type="sibTrans" cxnId="{47AC5B6F-3786-435C-999B-BD553715B349}">
      <dgm:prSet/>
      <dgm:spPr/>
      <dgm:t>
        <a:bodyPr/>
        <a:lstStyle/>
        <a:p>
          <a:pPr>
            <a:lnSpc>
              <a:spcPct val="100000"/>
            </a:lnSpc>
          </a:pPr>
          <a:endParaRPr lang="en-US"/>
        </a:p>
      </dgm:t>
    </dgm:pt>
    <dgm:pt modelId="{AD4A0467-3482-4423-B6D5-728D13B6A231}">
      <dgm:prSet/>
      <dgm:spPr/>
      <dgm:t>
        <a:bodyPr/>
        <a:lstStyle/>
        <a:p>
          <a:pPr>
            <a:lnSpc>
              <a:spcPct val="100000"/>
            </a:lnSpc>
          </a:pPr>
          <a:r>
            <a:rPr lang="en-US" b="0" i="0"/>
            <a:t>Casey, E. (2011) </a:t>
          </a:r>
          <a:r>
            <a:rPr lang="en-US" b="0" i="1"/>
            <a:t>Digital Evidence and Computer Crime</a:t>
          </a:r>
          <a:r>
            <a:rPr lang="en-US" b="0" i="0"/>
            <a:t>. 3rd edn. Academic Press.</a:t>
          </a:r>
          <a:endParaRPr lang="en-US"/>
        </a:p>
      </dgm:t>
    </dgm:pt>
    <dgm:pt modelId="{11123FE3-0A75-4977-9F98-62C78F6FC681}" type="parTrans" cxnId="{E4A1F3DD-37CD-4D53-8F6B-07648C831EF0}">
      <dgm:prSet/>
      <dgm:spPr/>
      <dgm:t>
        <a:bodyPr/>
        <a:lstStyle/>
        <a:p>
          <a:endParaRPr lang="en-US"/>
        </a:p>
      </dgm:t>
    </dgm:pt>
    <dgm:pt modelId="{7FA5674B-637C-459E-BB57-D4FD5E0C0A59}" type="sibTrans" cxnId="{E4A1F3DD-37CD-4D53-8F6B-07648C831EF0}">
      <dgm:prSet/>
      <dgm:spPr/>
      <dgm:t>
        <a:bodyPr/>
        <a:lstStyle/>
        <a:p>
          <a:pPr>
            <a:lnSpc>
              <a:spcPct val="100000"/>
            </a:lnSpc>
          </a:pPr>
          <a:endParaRPr lang="en-US"/>
        </a:p>
      </dgm:t>
    </dgm:pt>
    <dgm:pt modelId="{BDC0AA53-3372-4C93-8DC0-37786E09661D}">
      <dgm:prSet/>
      <dgm:spPr/>
      <dgm:t>
        <a:bodyPr/>
        <a:lstStyle/>
        <a:p>
          <a:pPr>
            <a:lnSpc>
              <a:spcPct val="100000"/>
            </a:lnSpc>
          </a:pPr>
          <a:r>
            <a:rPr lang="en-US" b="0" i="0" dirty="0"/>
            <a:t>Wireshark Foundation. (2024) </a:t>
          </a:r>
          <a:r>
            <a:rPr lang="en-US" b="0" i="1" dirty="0"/>
            <a:t>Wireshark User Guide</a:t>
          </a:r>
          <a:endParaRPr lang="en-US" dirty="0"/>
        </a:p>
      </dgm:t>
    </dgm:pt>
    <dgm:pt modelId="{07ECEBA6-DB55-459D-8182-54F44EE1FF10}" type="parTrans" cxnId="{0C4A7305-1587-4AC8-9D7D-062230C9118B}">
      <dgm:prSet/>
      <dgm:spPr/>
      <dgm:t>
        <a:bodyPr/>
        <a:lstStyle/>
        <a:p>
          <a:endParaRPr lang="en-US"/>
        </a:p>
      </dgm:t>
    </dgm:pt>
    <dgm:pt modelId="{C783EE58-98BF-4E7E-A8C7-1E50D147397B}" type="sibTrans" cxnId="{0C4A7305-1587-4AC8-9D7D-062230C9118B}">
      <dgm:prSet/>
      <dgm:spPr/>
      <dgm:t>
        <a:bodyPr/>
        <a:lstStyle/>
        <a:p>
          <a:pPr>
            <a:lnSpc>
              <a:spcPct val="100000"/>
            </a:lnSpc>
          </a:pPr>
          <a:endParaRPr lang="en-US"/>
        </a:p>
      </dgm:t>
    </dgm:pt>
    <dgm:pt modelId="{14FC9F38-A0C5-4EFE-877A-DDB4AABB6422}">
      <dgm:prSet/>
      <dgm:spPr/>
      <dgm:t>
        <a:bodyPr/>
        <a:lstStyle/>
        <a:p>
          <a:pPr>
            <a:lnSpc>
              <a:spcPct val="100000"/>
            </a:lnSpc>
          </a:pPr>
          <a:r>
            <a:rPr lang="en-US" b="0" i="0"/>
            <a:t>Garfinkel, S. (2010) </a:t>
          </a:r>
          <a:r>
            <a:rPr lang="en-US" b="0" i="1"/>
            <a:t>Digital Forensics Research: The Next 10 Years</a:t>
          </a:r>
          <a:r>
            <a:rPr lang="en-US" b="0" i="0"/>
            <a:t>. Digital Investigation Journal.</a:t>
          </a:r>
          <a:endParaRPr lang="en-US"/>
        </a:p>
      </dgm:t>
    </dgm:pt>
    <dgm:pt modelId="{50256CC5-4BD1-4F7B-A3BC-4B5E99CA8D6E}" type="parTrans" cxnId="{92D120A2-2ED3-4CCF-938A-3CE244BBD5BB}">
      <dgm:prSet/>
      <dgm:spPr/>
      <dgm:t>
        <a:bodyPr/>
        <a:lstStyle/>
        <a:p>
          <a:endParaRPr lang="en-US"/>
        </a:p>
      </dgm:t>
    </dgm:pt>
    <dgm:pt modelId="{11C1545E-81CB-4F2C-B6B4-ADB68F5153EC}" type="sibTrans" cxnId="{92D120A2-2ED3-4CCF-938A-3CE244BBD5BB}">
      <dgm:prSet/>
      <dgm:spPr/>
      <dgm:t>
        <a:bodyPr/>
        <a:lstStyle/>
        <a:p>
          <a:endParaRPr lang="en-US"/>
        </a:p>
      </dgm:t>
    </dgm:pt>
    <dgm:pt modelId="{167111D9-B96B-43E7-BA71-2F3371A08CCD}" type="pres">
      <dgm:prSet presAssocID="{F6BA0FA8-0D2C-49A1-8399-958F9E2D711C}" presName="root" presStyleCnt="0">
        <dgm:presLayoutVars>
          <dgm:dir/>
          <dgm:resizeHandles val="exact"/>
        </dgm:presLayoutVars>
      </dgm:prSet>
      <dgm:spPr/>
    </dgm:pt>
    <dgm:pt modelId="{93E20129-CE8A-4746-AD2C-5CFFD285CED8}" type="pres">
      <dgm:prSet presAssocID="{F6BA0FA8-0D2C-49A1-8399-958F9E2D711C}" presName="container" presStyleCnt="0">
        <dgm:presLayoutVars>
          <dgm:dir/>
          <dgm:resizeHandles val="exact"/>
        </dgm:presLayoutVars>
      </dgm:prSet>
      <dgm:spPr/>
    </dgm:pt>
    <dgm:pt modelId="{2F6C71E6-094B-4928-BCDA-FE8C971F6351}" type="pres">
      <dgm:prSet presAssocID="{3A40ADB4-0D09-4DC5-8AF2-69451C8B51C0}" presName="compNode" presStyleCnt="0"/>
      <dgm:spPr/>
    </dgm:pt>
    <dgm:pt modelId="{2A00EC7B-34D5-44E6-B784-69B7BB879D92}" type="pres">
      <dgm:prSet presAssocID="{3A40ADB4-0D09-4DC5-8AF2-69451C8B51C0}" presName="iconBgRect" presStyleLbl="bgShp" presStyleIdx="0" presStyleCnt="5"/>
      <dgm:spPr/>
    </dgm:pt>
    <dgm:pt modelId="{B7EBCB8A-2924-445F-B56E-49EDA4FFD746}" type="pres">
      <dgm:prSet presAssocID="{3A40ADB4-0D09-4DC5-8AF2-69451C8B51C0}"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Welder"/>
        </a:ext>
      </dgm:extLst>
    </dgm:pt>
    <dgm:pt modelId="{AE5E2565-DB6B-44A1-BF3C-E039A3E1ACB4}" type="pres">
      <dgm:prSet presAssocID="{3A40ADB4-0D09-4DC5-8AF2-69451C8B51C0}" presName="spaceRect" presStyleCnt="0"/>
      <dgm:spPr/>
    </dgm:pt>
    <dgm:pt modelId="{A904ECF6-C305-419B-A020-FC1A7105B35E}" type="pres">
      <dgm:prSet presAssocID="{3A40ADB4-0D09-4DC5-8AF2-69451C8B51C0}" presName="textRect" presStyleLbl="revTx" presStyleIdx="0" presStyleCnt="5">
        <dgm:presLayoutVars>
          <dgm:chMax val="1"/>
          <dgm:chPref val="1"/>
        </dgm:presLayoutVars>
      </dgm:prSet>
      <dgm:spPr/>
    </dgm:pt>
    <dgm:pt modelId="{CAE71B96-3E1C-4760-9266-69CBB3647D2B}" type="pres">
      <dgm:prSet presAssocID="{B535125D-CBE2-4717-ADD4-0E2959BA271A}" presName="sibTrans" presStyleLbl="sibTrans2D1" presStyleIdx="0" presStyleCnt="0"/>
      <dgm:spPr/>
    </dgm:pt>
    <dgm:pt modelId="{F861A8E6-F227-492C-9894-3C3550671B36}" type="pres">
      <dgm:prSet presAssocID="{949A1B84-373D-4925-988B-514C1C0DADE2}" presName="compNode" presStyleCnt="0"/>
      <dgm:spPr/>
    </dgm:pt>
    <dgm:pt modelId="{D5F0E60C-810F-4023-ADF1-884E78614866}" type="pres">
      <dgm:prSet presAssocID="{949A1B84-373D-4925-988B-514C1C0DADE2}" presName="iconBgRect" presStyleLbl="bgShp" presStyleIdx="1" presStyleCnt="5"/>
      <dgm:spPr/>
    </dgm:pt>
    <dgm:pt modelId="{7D3EF9BD-984B-4CBF-8D3E-B7A64A931F2A}" type="pres">
      <dgm:prSet presAssocID="{949A1B84-373D-4925-988B-514C1C0DADE2}"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Network"/>
        </a:ext>
      </dgm:extLst>
    </dgm:pt>
    <dgm:pt modelId="{47854981-B56D-40B2-9939-C7EED0A2E54D}" type="pres">
      <dgm:prSet presAssocID="{949A1B84-373D-4925-988B-514C1C0DADE2}" presName="spaceRect" presStyleCnt="0"/>
      <dgm:spPr/>
    </dgm:pt>
    <dgm:pt modelId="{2BF83BDF-20BE-4CD9-AD7C-2F15536C5E64}" type="pres">
      <dgm:prSet presAssocID="{949A1B84-373D-4925-988B-514C1C0DADE2}" presName="textRect" presStyleLbl="revTx" presStyleIdx="1" presStyleCnt="5">
        <dgm:presLayoutVars>
          <dgm:chMax val="1"/>
          <dgm:chPref val="1"/>
        </dgm:presLayoutVars>
      </dgm:prSet>
      <dgm:spPr/>
    </dgm:pt>
    <dgm:pt modelId="{C76A6292-8DAC-43E7-BC57-C480C3E436EE}" type="pres">
      <dgm:prSet presAssocID="{609671AD-E99B-44FE-94A4-3B8C9C6AC308}" presName="sibTrans" presStyleLbl="sibTrans2D1" presStyleIdx="0" presStyleCnt="0"/>
      <dgm:spPr/>
    </dgm:pt>
    <dgm:pt modelId="{F91FBF17-C340-46AF-AD40-AB28DAE35703}" type="pres">
      <dgm:prSet presAssocID="{AD4A0467-3482-4423-B6D5-728D13B6A231}" presName="compNode" presStyleCnt="0"/>
      <dgm:spPr/>
    </dgm:pt>
    <dgm:pt modelId="{7B354FFC-C076-4335-835E-FDE150C733F9}" type="pres">
      <dgm:prSet presAssocID="{AD4A0467-3482-4423-B6D5-728D13B6A231}" presName="iconBgRect" presStyleLbl="bgShp" presStyleIdx="2" presStyleCnt="5"/>
      <dgm:spPr/>
    </dgm:pt>
    <dgm:pt modelId="{77CEF41A-248C-44C3-89C5-BEC246CAC9BE}" type="pres">
      <dgm:prSet presAssocID="{AD4A0467-3482-4423-B6D5-728D13B6A231}" presName="iconRect" presStyleLbl="node1" presStyleIdx="2"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ooks"/>
        </a:ext>
      </dgm:extLst>
    </dgm:pt>
    <dgm:pt modelId="{7CDDC8CA-DE7D-4C5F-91B6-003109153A66}" type="pres">
      <dgm:prSet presAssocID="{AD4A0467-3482-4423-B6D5-728D13B6A231}" presName="spaceRect" presStyleCnt="0"/>
      <dgm:spPr/>
    </dgm:pt>
    <dgm:pt modelId="{D34196BC-6F9A-49B5-85C7-A2CA5FC41F56}" type="pres">
      <dgm:prSet presAssocID="{AD4A0467-3482-4423-B6D5-728D13B6A231}" presName="textRect" presStyleLbl="revTx" presStyleIdx="2" presStyleCnt="5">
        <dgm:presLayoutVars>
          <dgm:chMax val="1"/>
          <dgm:chPref val="1"/>
        </dgm:presLayoutVars>
      </dgm:prSet>
      <dgm:spPr/>
    </dgm:pt>
    <dgm:pt modelId="{4CEAACBA-00A3-4D89-A379-A5F0DEB8F30D}" type="pres">
      <dgm:prSet presAssocID="{7FA5674B-637C-459E-BB57-D4FD5E0C0A59}" presName="sibTrans" presStyleLbl="sibTrans2D1" presStyleIdx="0" presStyleCnt="0"/>
      <dgm:spPr/>
    </dgm:pt>
    <dgm:pt modelId="{A6FF9719-4DA5-4D83-ACB1-39FAA1297F9D}" type="pres">
      <dgm:prSet presAssocID="{BDC0AA53-3372-4C93-8DC0-37786E09661D}" presName="compNode" presStyleCnt="0"/>
      <dgm:spPr/>
    </dgm:pt>
    <dgm:pt modelId="{44018F69-6A5C-4568-BCFD-4447E55E860F}" type="pres">
      <dgm:prSet presAssocID="{BDC0AA53-3372-4C93-8DC0-37786E09661D}" presName="iconBgRect" presStyleLbl="bgShp" presStyleIdx="3" presStyleCnt="5"/>
      <dgm:spPr/>
    </dgm:pt>
    <dgm:pt modelId="{3C2869DE-E8EB-4513-A277-8DE935C15C8F}" type="pres">
      <dgm:prSet presAssocID="{BDC0AA53-3372-4C93-8DC0-37786E09661D}"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gh Voltage"/>
        </a:ext>
      </dgm:extLst>
    </dgm:pt>
    <dgm:pt modelId="{D1FE80A6-1BF6-4D3C-8B4C-20F78E636D8A}" type="pres">
      <dgm:prSet presAssocID="{BDC0AA53-3372-4C93-8DC0-37786E09661D}" presName="spaceRect" presStyleCnt="0"/>
      <dgm:spPr/>
    </dgm:pt>
    <dgm:pt modelId="{FB108856-2376-4DDA-899A-4770D14201A9}" type="pres">
      <dgm:prSet presAssocID="{BDC0AA53-3372-4C93-8DC0-37786E09661D}" presName="textRect" presStyleLbl="revTx" presStyleIdx="3" presStyleCnt="5">
        <dgm:presLayoutVars>
          <dgm:chMax val="1"/>
          <dgm:chPref val="1"/>
        </dgm:presLayoutVars>
      </dgm:prSet>
      <dgm:spPr/>
    </dgm:pt>
    <dgm:pt modelId="{F58AFC16-FEE6-4E5A-BDD9-B07487DD98EE}" type="pres">
      <dgm:prSet presAssocID="{C783EE58-98BF-4E7E-A8C7-1E50D147397B}" presName="sibTrans" presStyleLbl="sibTrans2D1" presStyleIdx="0" presStyleCnt="0"/>
      <dgm:spPr/>
    </dgm:pt>
    <dgm:pt modelId="{59B3BB53-0E74-4277-B51D-192297E10B83}" type="pres">
      <dgm:prSet presAssocID="{14FC9F38-A0C5-4EFE-877A-DDB4AABB6422}" presName="compNode" presStyleCnt="0"/>
      <dgm:spPr/>
    </dgm:pt>
    <dgm:pt modelId="{104D3600-5949-4DD1-BBE7-59E8C4C4ACA3}" type="pres">
      <dgm:prSet presAssocID="{14FC9F38-A0C5-4EFE-877A-DDB4AABB6422}" presName="iconBgRect" presStyleLbl="bgShp" presStyleIdx="4" presStyleCnt="5"/>
      <dgm:spPr/>
    </dgm:pt>
    <dgm:pt modelId="{3B7FE81A-60F4-4DA8-B141-F2DB1CE58CC1}" type="pres">
      <dgm:prSet presAssocID="{14FC9F38-A0C5-4EFE-877A-DDB4AABB6422}"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Finger Print"/>
        </a:ext>
      </dgm:extLst>
    </dgm:pt>
    <dgm:pt modelId="{E89E1CC0-DD95-48CE-9571-FAA8A318C532}" type="pres">
      <dgm:prSet presAssocID="{14FC9F38-A0C5-4EFE-877A-DDB4AABB6422}" presName="spaceRect" presStyleCnt="0"/>
      <dgm:spPr/>
    </dgm:pt>
    <dgm:pt modelId="{9E3B7E95-F186-47EF-9238-357F400F8439}" type="pres">
      <dgm:prSet presAssocID="{14FC9F38-A0C5-4EFE-877A-DDB4AABB6422}" presName="textRect" presStyleLbl="revTx" presStyleIdx="4" presStyleCnt="5">
        <dgm:presLayoutVars>
          <dgm:chMax val="1"/>
          <dgm:chPref val="1"/>
        </dgm:presLayoutVars>
      </dgm:prSet>
      <dgm:spPr/>
    </dgm:pt>
  </dgm:ptLst>
  <dgm:cxnLst>
    <dgm:cxn modelId="{0C4A7305-1587-4AC8-9D7D-062230C9118B}" srcId="{F6BA0FA8-0D2C-49A1-8399-958F9E2D711C}" destId="{BDC0AA53-3372-4C93-8DC0-37786E09661D}" srcOrd="3" destOrd="0" parTransId="{07ECEBA6-DB55-459D-8182-54F44EE1FF10}" sibTransId="{C783EE58-98BF-4E7E-A8C7-1E50D147397B}"/>
    <dgm:cxn modelId="{B5DECA24-4D2E-4EDF-A2CD-4DB34F13CF83}" type="presOf" srcId="{949A1B84-373D-4925-988B-514C1C0DADE2}" destId="{2BF83BDF-20BE-4CD9-AD7C-2F15536C5E64}" srcOrd="0" destOrd="0" presId="urn:microsoft.com/office/officeart/2018/2/layout/IconCircleList"/>
    <dgm:cxn modelId="{91104840-4F54-40C5-8A01-2000D6D97985}" type="presOf" srcId="{3A40ADB4-0D09-4DC5-8AF2-69451C8B51C0}" destId="{A904ECF6-C305-419B-A020-FC1A7105B35E}" srcOrd="0" destOrd="0" presId="urn:microsoft.com/office/officeart/2018/2/layout/IconCircleList"/>
    <dgm:cxn modelId="{C1F8A95C-674F-4789-8446-FCDBABEE535C}" type="presOf" srcId="{F6BA0FA8-0D2C-49A1-8399-958F9E2D711C}" destId="{167111D9-B96B-43E7-BA71-2F3371A08CCD}" srcOrd="0" destOrd="0" presId="urn:microsoft.com/office/officeart/2018/2/layout/IconCircleList"/>
    <dgm:cxn modelId="{47AC5B6F-3786-435C-999B-BD553715B349}" srcId="{F6BA0FA8-0D2C-49A1-8399-958F9E2D711C}" destId="{949A1B84-373D-4925-988B-514C1C0DADE2}" srcOrd="1" destOrd="0" parTransId="{539534BA-6CC3-463B-B3E0-201ABEBA50AF}" sibTransId="{609671AD-E99B-44FE-94A4-3B8C9C6AC308}"/>
    <dgm:cxn modelId="{6AF1D051-7D03-48B3-9778-4F85351A4952}" type="presOf" srcId="{609671AD-E99B-44FE-94A4-3B8C9C6AC308}" destId="{C76A6292-8DAC-43E7-BC57-C480C3E436EE}" srcOrd="0" destOrd="0" presId="urn:microsoft.com/office/officeart/2018/2/layout/IconCircleList"/>
    <dgm:cxn modelId="{6CF43353-6F74-420F-B41C-BBCD0395E109}" type="presOf" srcId="{14FC9F38-A0C5-4EFE-877A-DDB4AABB6422}" destId="{9E3B7E95-F186-47EF-9238-357F400F8439}" srcOrd="0" destOrd="0" presId="urn:microsoft.com/office/officeart/2018/2/layout/IconCircleList"/>
    <dgm:cxn modelId="{AB86A886-55E6-496C-BEA8-87EE04085758}" type="presOf" srcId="{BDC0AA53-3372-4C93-8DC0-37786E09661D}" destId="{FB108856-2376-4DDA-899A-4770D14201A9}" srcOrd="0" destOrd="0" presId="urn:microsoft.com/office/officeart/2018/2/layout/IconCircleList"/>
    <dgm:cxn modelId="{92D120A2-2ED3-4CCF-938A-3CE244BBD5BB}" srcId="{F6BA0FA8-0D2C-49A1-8399-958F9E2D711C}" destId="{14FC9F38-A0C5-4EFE-877A-DDB4AABB6422}" srcOrd="4" destOrd="0" parTransId="{50256CC5-4BD1-4F7B-A3BC-4B5E99CA8D6E}" sibTransId="{11C1545E-81CB-4F2C-B6B4-ADB68F5153EC}"/>
    <dgm:cxn modelId="{CE6C5CA7-4983-46D0-88E3-D7D372CFF3F0}" type="presOf" srcId="{AD4A0467-3482-4423-B6D5-728D13B6A231}" destId="{D34196BC-6F9A-49B5-85C7-A2CA5FC41F56}" srcOrd="0" destOrd="0" presId="urn:microsoft.com/office/officeart/2018/2/layout/IconCircleList"/>
    <dgm:cxn modelId="{93151AB7-4681-4E15-B0F0-ED280E57419B}" srcId="{F6BA0FA8-0D2C-49A1-8399-958F9E2D711C}" destId="{3A40ADB4-0D09-4DC5-8AF2-69451C8B51C0}" srcOrd="0" destOrd="0" parTransId="{454D8B9C-0364-4E5B-A7DC-492B2605BA55}" sibTransId="{B535125D-CBE2-4717-ADD4-0E2959BA271A}"/>
    <dgm:cxn modelId="{F2AA50BD-1294-4FFC-9536-B2331CCDDA32}" type="presOf" srcId="{7FA5674B-637C-459E-BB57-D4FD5E0C0A59}" destId="{4CEAACBA-00A3-4D89-A379-A5F0DEB8F30D}" srcOrd="0" destOrd="0" presId="urn:microsoft.com/office/officeart/2018/2/layout/IconCircleList"/>
    <dgm:cxn modelId="{866435CE-D1D2-4EB1-89EB-E992EAB1D3F6}" type="presOf" srcId="{B535125D-CBE2-4717-ADD4-0E2959BA271A}" destId="{CAE71B96-3E1C-4760-9266-69CBB3647D2B}" srcOrd="0" destOrd="0" presId="urn:microsoft.com/office/officeart/2018/2/layout/IconCircleList"/>
    <dgm:cxn modelId="{E4A1F3DD-37CD-4D53-8F6B-07648C831EF0}" srcId="{F6BA0FA8-0D2C-49A1-8399-958F9E2D711C}" destId="{AD4A0467-3482-4423-B6D5-728D13B6A231}" srcOrd="2" destOrd="0" parTransId="{11123FE3-0A75-4977-9F98-62C78F6FC681}" sibTransId="{7FA5674B-637C-459E-BB57-D4FD5E0C0A59}"/>
    <dgm:cxn modelId="{E8A04EFC-F1DB-4FDF-9B77-6A8CD3BC32E6}" type="presOf" srcId="{C783EE58-98BF-4E7E-A8C7-1E50D147397B}" destId="{F58AFC16-FEE6-4E5A-BDD9-B07487DD98EE}" srcOrd="0" destOrd="0" presId="urn:microsoft.com/office/officeart/2018/2/layout/IconCircleList"/>
    <dgm:cxn modelId="{F1C75BB7-C857-40E0-8FA5-366A8475E19F}" type="presParOf" srcId="{167111D9-B96B-43E7-BA71-2F3371A08CCD}" destId="{93E20129-CE8A-4746-AD2C-5CFFD285CED8}" srcOrd="0" destOrd="0" presId="urn:microsoft.com/office/officeart/2018/2/layout/IconCircleList"/>
    <dgm:cxn modelId="{A9545ED6-12C9-42F2-953C-8AA495A502FC}" type="presParOf" srcId="{93E20129-CE8A-4746-AD2C-5CFFD285CED8}" destId="{2F6C71E6-094B-4928-BCDA-FE8C971F6351}" srcOrd="0" destOrd="0" presId="urn:microsoft.com/office/officeart/2018/2/layout/IconCircleList"/>
    <dgm:cxn modelId="{563259CD-740A-4181-AA94-F2E05F480765}" type="presParOf" srcId="{2F6C71E6-094B-4928-BCDA-FE8C971F6351}" destId="{2A00EC7B-34D5-44E6-B784-69B7BB879D92}" srcOrd="0" destOrd="0" presId="urn:microsoft.com/office/officeart/2018/2/layout/IconCircleList"/>
    <dgm:cxn modelId="{DB681F02-27AE-4C1B-9C7A-E4EE723670C5}" type="presParOf" srcId="{2F6C71E6-094B-4928-BCDA-FE8C971F6351}" destId="{B7EBCB8A-2924-445F-B56E-49EDA4FFD746}" srcOrd="1" destOrd="0" presId="urn:microsoft.com/office/officeart/2018/2/layout/IconCircleList"/>
    <dgm:cxn modelId="{2CD682CB-6092-4DCC-AD94-4C6C91474573}" type="presParOf" srcId="{2F6C71E6-094B-4928-BCDA-FE8C971F6351}" destId="{AE5E2565-DB6B-44A1-BF3C-E039A3E1ACB4}" srcOrd="2" destOrd="0" presId="urn:microsoft.com/office/officeart/2018/2/layout/IconCircleList"/>
    <dgm:cxn modelId="{42D5DF0E-B183-48BB-AF06-8AA0B1620CC8}" type="presParOf" srcId="{2F6C71E6-094B-4928-BCDA-FE8C971F6351}" destId="{A904ECF6-C305-419B-A020-FC1A7105B35E}" srcOrd="3" destOrd="0" presId="urn:microsoft.com/office/officeart/2018/2/layout/IconCircleList"/>
    <dgm:cxn modelId="{1AFEEE64-BF05-4CD2-87C9-BF969C62FC90}" type="presParOf" srcId="{93E20129-CE8A-4746-AD2C-5CFFD285CED8}" destId="{CAE71B96-3E1C-4760-9266-69CBB3647D2B}" srcOrd="1" destOrd="0" presId="urn:microsoft.com/office/officeart/2018/2/layout/IconCircleList"/>
    <dgm:cxn modelId="{9FE49E3D-72C1-41E7-9B37-D00E6087D3A9}" type="presParOf" srcId="{93E20129-CE8A-4746-AD2C-5CFFD285CED8}" destId="{F861A8E6-F227-492C-9894-3C3550671B36}" srcOrd="2" destOrd="0" presId="urn:microsoft.com/office/officeart/2018/2/layout/IconCircleList"/>
    <dgm:cxn modelId="{1A436B56-9589-4F25-A318-E805828C55EA}" type="presParOf" srcId="{F861A8E6-F227-492C-9894-3C3550671B36}" destId="{D5F0E60C-810F-4023-ADF1-884E78614866}" srcOrd="0" destOrd="0" presId="urn:microsoft.com/office/officeart/2018/2/layout/IconCircleList"/>
    <dgm:cxn modelId="{4575350B-2EB3-40EF-854C-DE2B3254D31C}" type="presParOf" srcId="{F861A8E6-F227-492C-9894-3C3550671B36}" destId="{7D3EF9BD-984B-4CBF-8D3E-B7A64A931F2A}" srcOrd="1" destOrd="0" presId="urn:microsoft.com/office/officeart/2018/2/layout/IconCircleList"/>
    <dgm:cxn modelId="{18923FC7-8C9F-473C-A5AD-FA3FF8754E10}" type="presParOf" srcId="{F861A8E6-F227-492C-9894-3C3550671B36}" destId="{47854981-B56D-40B2-9939-C7EED0A2E54D}" srcOrd="2" destOrd="0" presId="urn:microsoft.com/office/officeart/2018/2/layout/IconCircleList"/>
    <dgm:cxn modelId="{3EE05978-5B9B-42DC-943D-FFDCAA3AFCB8}" type="presParOf" srcId="{F861A8E6-F227-492C-9894-3C3550671B36}" destId="{2BF83BDF-20BE-4CD9-AD7C-2F15536C5E64}" srcOrd="3" destOrd="0" presId="urn:microsoft.com/office/officeart/2018/2/layout/IconCircleList"/>
    <dgm:cxn modelId="{63651D3A-73D0-436C-BB3A-5DCEDF35C62D}" type="presParOf" srcId="{93E20129-CE8A-4746-AD2C-5CFFD285CED8}" destId="{C76A6292-8DAC-43E7-BC57-C480C3E436EE}" srcOrd="3" destOrd="0" presId="urn:microsoft.com/office/officeart/2018/2/layout/IconCircleList"/>
    <dgm:cxn modelId="{BA75CB9D-F160-41A9-AE8D-036069301724}" type="presParOf" srcId="{93E20129-CE8A-4746-AD2C-5CFFD285CED8}" destId="{F91FBF17-C340-46AF-AD40-AB28DAE35703}" srcOrd="4" destOrd="0" presId="urn:microsoft.com/office/officeart/2018/2/layout/IconCircleList"/>
    <dgm:cxn modelId="{CB937656-5579-4066-88EA-81FF8FFBDEDF}" type="presParOf" srcId="{F91FBF17-C340-46AF-AD40-AB28DAE35703}" destId="{7B354FFC-C076-4335-835E-FDE150C733F9}" srcOrd="0" destOrd="0" presId="urn:microsoft.com/office/officeart/2018/2/layout/IconCircleList"/>
    <dgm:cxn modelId="{8D94E6B3-1830-4EF7-BA30-FCAC56AEB879}" type="presParOf" srcId="{F91FBF17-C340-46AF-AD40-AB28DAE35703}" destId="{77CEF41A-248C-44C3-89C5-BEC246CAC9BE}" srcOrd="1" destOrd="0" presId="urn:microsoft.com/office/officeart/2018/2/layout/IconCircleList"/>
    <dgm:cxn modelId="{32EAFF0E-D406-4D39-A93E-07539FBBE604}" type="presParOf" srcId="{F91FBF17-C340-46AF-AD40-AB28DAE35703}" destId="{7CDDC8CA-DE7D-4C5F-91B6-003109153A66}" srcOrd="2" destOrd="0" presId="urn:microsoft.com/office/officeart/2018/2/layout/IconCircleList"/>
    <dgm:cxn modelId="{84E11691-F7C9-44DD-9B58-83C0A0AAF660}" type="presParOf" srcId="{F91FBF17-C340-46AF-AD40-AB28DAE35703}" destId="{D34196BC-6F9A-49B5-85C7-A2CA5FC41F56}" srcOrd="3" destOrd="0" presId="urn:microsoft.com/office/officeart/2018/2/layout/IconCircleList"/>
    <dgm:cxn modelId="{3F9BB07F-ACB7-4725-A6FD-C912DEDDB12E}" type="presParOf" srcId="{93E20129-CE8A-4746-AD2C-5CFFD285CED8}" destId="{4CEAACBA-00A3-4D89-A379-A5F0DEB8F30D}" srcOrd="5" destOrd="0" presId="urn:microsoft.com/office/officeart/2018/2/layout/IconCircleList"/>
    <dgm:cxn modelId="{3565BB89-E823-475B-842D-870BE170E17D}" type="presParOf" srcId="{93E20129-CE8A-4746-AD2C-5CFFD285CED8}" destId="{A6FF9719-4DA5-4D83-ACB1-39FAA1297F9D}" srcOrd="6" destOrd="0" presId="urn:microsoft.com/office/officeart/2018/2/layout/IconCircleList"/>
    <dgm:cxn modelId="{908369E3-24A1-476B-876C-C3BF67E868F7}" type="presParOf" srcId="{A6FF9719-4DA5-4D83-ACB1-39FAA1297F9D}" destId="{44018F69-6A5C-4568-BCFD-4447E55E860F}" srcOrd="0" destOrd="0" presId="urn:microsoft.com/office/officeart/2018/2/layout/IconCircleList"/>
    <dgm:cxn modelId="{2B3448DD-26EA-4FE4-B135-73A062CBA7A3}" type="presParOf" srcId="{A6FF9719-4DA5-4D83-ACB1-39FAA1297F9D}" destId="{3C2869DE-E8EB-4513-A277-8DE935C15C8F}" srcOrd="1" destOrd="0" presId="urn:microsoft.com/office/officeart/2018/2/layout/IconCircleList"/>
    <dgm:cxn modelId="{5797BD3D-484C-442B-9ED9-85E28490A3F9}" type="presParOf" srcId="{A6FF9719-4DA5-4D83-ACB1-39FAA1297F9D}" destId="{D1FE80A6-1BF6-4D3C-8B4C-20F78E636D8A}" srcOrd="2" destOrd="0" presId="urn:microsoft.com/office/officeart/2018/2/layout/IconCircleList"/>
    <dgm:cxn modelId="{06D453AE-C340-46CC-B287-02BF52409AA0}" type="presParOf" srcId="{A6FF9719-4DA5-4D83-ACB1-39FAA1297F9D}" destId="{FB108856-2376-4DDA-899A-4770D14201A9}" srcOrd="3" destOrd="0" presId="urn:microsoft.com/office/officeart/2018/2/layout/IconCircleList"/>
    <dgm:cxn modelId="{312C490D-9EEB-4E8D-9398-AB3B91666E08}" type="presParOf" srcId="{93E20129-CE8A-4746-AD2C-5CFFD285CED8}" destId="{F58AFC16-FEE6-4E5A-BDD9-B07487DD98EE}" srcOrd="7" destOrd="0" presId="urn:microsoft.com/office/officeart/2018/2/layout/IconCircleList"/>
    <dgm:cxn modelId="{4B3F08C0-086F-4BB9-8434-375445DA3CC3}" type="presParOf" srcId="{93E20129-CE8A-4746-AD2C-5CFFD285CED8}" destId="{59B3BB53-0E74-4277-B51D-192297E10B83}" srcOrd="8" destOrd="0" presId="urn:microsoft.com/office/officeart/2018/2/layout/IconCircleList"/>
    <dgm:cxn modelId="{CF5A429D-9223-4FFF-916D-6BBD485E184F}" type="presParOf" srcId="{59B3BB53-0E74-4277-B51D-192297E10B83}" destId="{104D3600-5949-4DD1-BBE7-59E8C4C4ACA3}" srcOrd="0" destOrd="0" presId="urn:microsoft.com/office/officeart/2018/2/layout/IconCircleList"/>
    <dgm:cxn modelId="{9939C59C-21A6-44C1-88A9-B846B7CCA509}" type="presParOf" srcId="{59B3BB53-0E74-4277-B51D-192297E10B83}" destId="{3B7FE81A-60F4-4DA8-B141-F2DB1CE58CC1}" srcOrd="1" destOrd="0" presId="urn:microsoft.com/office/officeart/2018/2/layout/IconCircleList"/>
    <dgm:cxn modelId="{5EBACF12-30F7-4561-BE78-31083647BDDF}" type="presParOf" srcId="{59B3BB53-0E74-4277-B51D-192297E10B83}" destId="{E89E1CC0-DD95-48CE-9571-FAA8A318C532}" srcOrd="2" destOrd="0" presId="urn:microsoft.com/office/officeart/2018/2/layout/IconCircleList"/>
    <dgm:cxn modelId="{99612FEA-7BC5-4F80-B2B4-99330C685E35}" type="presParOf" srcId="{59B3BB53-0E74-4277-B51D-192297E10B83}" destId="{9E3B7E95-F186-47EF-9238-357F400F843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68003B-7CED-40D4-B583-D71C10BA1AD7}">
      <dsp:nvSpPr>
        <dsp:cNvPr id="0" name=""/>
        <dsp:cNvSpPr/>
      </dsp:nvSpPr>
      <dsp:spPr>
        <a:xfrm>
          <a:off x="1174" y="474004"/>
          <a:ext cx="4276903" cy="2138451"/>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b="1" kern="1200"/>
            <a:t>NetworkMiner is a network forensics tool used to analyze packet capture files (PCAP) and extract evidence such as files, images, credentials, and communications.</a:t>
          </a:r>
          <a:endParaRPr lang="en-US" sz="1900" kern="1200"/>
        </a:p>
      </dsp:txBody>
      <dsp:txXfrm>
        <a:off x="63807" y="536637"/>
        <a:ext cx="4151637" cy="2013185"/>
      </dsp:txXfrm>
    </dsp:sp>
    <dsp:sp modelId="{150C48DE-EF0A-4BA6-B40E-AF288B2A718B}">
      <dsp:nvSpPr>
        <dsp:cNvPr id="0" name=""/>
        <dsp:cNvSpPr/>
      </dsp:nvSpPr>
      <dsp:spPr>
        <a:xfrm>
          <a:off x="5347304" y="474004"/>
          <a:ext cx="4276903" cy="2138451"/>
        </a:xfrm>
        <a:prstGeom prst="roundRect">
          <a:avLst>
            <a:gd name="adj" fmla="val 10000"/>
          </a:avLst>
        </a:prstGeom>
        <a:solidFill>
          <a:schemeClr val="dk2">
            <a:hueOff val="0"/>
            <a:satOff val="0"/>
            <a:lumOff val="0"/>
            <a:alphaOff val="0"/>
          </a:schemeClr>
        </a:solidFill>
        <a:ln w="19050" cap="rnd" cmpd="sng"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6195" tIns="24130" rIns="36195" bIns="24130" numCol="1" spcCol="1270" anchor="ctr" anchorCtr="0">
          <a:noAutofit/>
        </a:bodyPr>
        <a:lstStyle/>
        <a:p>
          <a:pPr marL="0" lvl="0" indent="0" algn="ctr" defTabSz="844550">
            <a:lnSpc>
              <a:spcPct val="90000"/>
            </a:lnSpc>
            <a:spcBef>
              <a:spcPct val="0"/>
            </a:spcBef>
            <a:spcAft>
              <a:spcPct val="35000"/>
            </a:spcAft>
            <a:buNone/>
          </a:pPr>
          <a:r>
            <a:rPr lang="en-US" sz="1900" b="1" kern="1200"/>
            <a:t>It operates passively, so it does not interfere with the network and is suitable for forensic investigations.</a:t>
          </a:r>
          <a:endParaRPr lang="en-US" sz="1900" kern="1200"/>
        </a:p>
      </dsp:txBody>
      <dsp:txXfrm>
        <a:off x="5409937" y="536637"/>
        <a:ext cx="4151637" cy="201318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ED88A2-BF56-4CA5-A25B-DEA04F78D405}">
      <dsp:nvSpPr>
        <dsp:cNvPr id="0" name=""/>
        <dsp:cNvSpPr/>
      </dsp:nvSpPr>
      <dsp:spPr>
        <a:xfrm>
          <a:off x="0" y="197595"/>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NetworkMiner is used in:</a:t>
          </a:r>
          <a:endParaRPr lang="en-US" sz="1700" kern="1200"/>
        </a:p>
      </dsp:txBody>
      <dsp:txXfrm>
        <a:off x="19904" y="217499"/>
        <a:ext cx="9585575" cy="367937"/>
      </dsp:txXfrm>
    </dsp:sp>
    <dsp:sp modelId="{79711BFA-0B45-4BBB-9CB9-CB8397488AB3}">
      <dsp:nvSpPr>
        <dsp:cNvPr id="0" name=""/>
        <dsp:cNvSpPr/>
      </dsp:nvSpPr>
      <dsp:spPr>
        <a:xfrm>
          <a:off x="0" y="654300"/>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1. Cybercrime investigations</a:t>
          </a:r>
          <a:endParaRPr lang="en-US" sz="1700" kern="1200"/>
        </a:p>
      </dsp:txBody>
      <dsp:txXfrm>
        <a:off x="19904" y="674204"/>
        <a:ext cx="9585575" cy="367937"/>
      </dsp:txXfrm>
    </dsp:sp>
    <dsp:sp modelId="{EEDD7CB1-19F5-427A-A7DB-69CFDCFB999A}">
      <dsp:nvSpPr>
        <dsp:cNvPr id="0" name=""/>
        <dsp:cNvSpPr/>
      </dsp:nvSpPr>
      <dsp:spPr>
        <a:xfrm>
          <a:off x="0" y="1111005"/>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2</a:t>
          </a:r>
          <a:r>
            <a:rPr lang="en-US" sz="1700" kern="1200"/>
            <a:t>. </a:t>
          </a:r>
          <a:r>
            <a:rPr lang="en-US" sz="1700" b="1" kern="1200"/>
            <a:t>Data leak detection</a:t>
          </a:r>
          <a:endParaRPr lang="en-US" sz="1700" kern="1200"/>
        </a:p>
      </dsp:txBody>
      <dsp:txXfrm>
        <a:off x="19904" y="1130909"/>
        <a:ext cx="9585575" cy="367937"/>
      </dsp:txXfrm>
    </dsp:sp>
    <dsp:sp modelId="{2DCAD262-F71C-4266-B139-AECE92DCF233}">
      <dsp:nvSpPr>
        <dsp:cNvPr id="0" name=""/>
        <dsp:cNvSpPr/>
      </dsp:nvSpPr>
      <dsp:spPr>
        <a:xfrm>
          <a:off x="0" y="1567710"/>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3. Analysis of malicious communications</a:t>
          </a:r>
          <a:endParaRPr lang="en-US" sz="1700" kern="1200"/>
        </a:p>
      </dsp:txBody>
      <dsp:txXfrm>
        <a:off x="19904" y="1587614"/>
        <a:ext cx="9585575" cy="367937"/>
      </dsp:txXfrm>
    </dsp:sp>
    <dsp:sp modelId="{0A358EE7-696E-45A1-B16B-5F86C715DFEC}">
      <dsp:nvSpPr>
        <dsp:cNvPr id="0" name=""/>
        <dsp:cNvSpPr/>
      </dsp:nvSpPr>
      <dsp:spPr>
        <a:xfrm>
          <a:off x="0" y="2024415"/>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4</a:t>
          </a:r>
          <a:r>
            <a:rPr lang="en-US" sz="1700" kern="1200"/>
            <a:t>. </a:t>
          </a:r>
          <a:r>
            <a:rPr lang="en-US" sz="1700" b="1" kern="1200"/>
            <a:t>Insider Threat Investigations</a:t>
          </a:r>
          <a:endParaRPr lang="en-US" sz="1700" kern="1200"/>
        </a:p>
      </dsp:txBody>
      <dsp:txXfrm>
        <a:off x="19904" y="2044319"/>
        <a:ext cx="9585575" cy="367937"/>
      </dsp:txXfrm>
    </dsp:sp>
    <dsp:sp modelId="{580AD7D6-240F-43B4-8A32-90031DAE1559}">
      <dsp:nvSpPr>
        <dsp:cNvPr id="0" name=""/>
        <dsp:cNvSpPr/>
      </dsp:nvSpPr>
      <dsp:spPr>
        <a:xfrm>
          <a:off x="0" y="2481120"/>
          <a:ext cx="9625383" cy="407745"/>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a:lnSpc>
              <a:spcPct val="90000"/>
            </a:lnSpc>
            <a:spcBef>
              <a:spcPct val="0"/>
            </a:spcBef>
            <a:spcAft>
              <a:spcPct val="35000"/>
            </a:spcAft>
            <a:buNone/>
          </a:pPr>
          <a:r>
            <a:rPr lang="en-US" sz="1700" b="1" kern="1200"/>
            <a:t>This is particularly useful when endpoint data is missing or has been intentionally deleted.</a:t>
          </a:r>
          <a:endParaRPr lang="en-US" sz="1700" kern="1200"/>
        </a:p>
      </dsp:txBody>
      <dsp:txXfrm>
        <a:off x="19904" y="2501024"/>
        <a:ext cx="9585575" cy="3679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F4B04E-BE75-4859-80E1-B387D96CF9A5}">
      <dsp:nvSpPr>
        <dsp:cNvPr id="0" name=""/>
        <dsp:cNvSpPr/>
      </dsp:nvSpPr>
      <dsp:spPr>
        <a:xfrm>
          <a:off x="0" y="0"/>
          <a:ext cx="7411544" cy="55556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Network Miner analyzes PCAP files and reconstructs network activity in the following ways:</a:t>
          </a:r>
          <a:endParaRPr lang="en-US" sz="1400" kern="1200"/>
        </a:p>
      </dsp:txBody>
      <dsp:txXfrm>
        <a:off x="16272" y="16272"/>
        <a:ext cx="6747048" cy="523018"/>
      </dsp:txXfrm>
    </dsp:sp>
    <dsp:sp modelId="{8726E8FF-2B46-44DA-874E-B3CCC7EB79A8}">
      <dsp:nvSpPr>
        <dsp:cNvPr id="0" name=""/>
        <dsp:cNvSpPr/>
      </dsp:nvSpPr>
      <dsp:spPr>
        <a:xfrm>
          <a:off x="553459" y="632724"/>
          <a:ext cx="7411544" cy="55556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1</a:t>
          </a:r>
          <a:r>
            <a:rPr lang="en-US" sz="1400" kern="1200"/>
            <a:t>. </a:t>
          </a:r>
          <a:r>
            <a:rPr lang="en-US" sz="1400" b="1" kern="1200"/>
            <a:t>Define a communication session</a:t>
          </a:r>
          <a:endParaRPr lang="en-US" sz="1400" kern="1200"/>
        </a:p>
      </dsp:txBody>
      <dsp:txXfrm>
        <a:off x="569731" y="648996"/>
        <a:ext cx="6464425" cy="523018"/>
      </dsp:txXfrm>
    </dsp:sp>
    <dsp:sp modelId="{EC753E95-06C2-4E48-9A80-08CC2C287321}">
      <dsp:nvSpPr>
        <dsp:cNvPr id="0" name=""/>
        <dsp:cNvSpPr/>
      </dsp:nvSpPr>
      <dsp:spPr>
        <a:xfrm>
          <a:off x="1106919" y="1265449"/>
          <a:ext cx="7411544" cy="55556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2. Recovery of transferred data</a:t>
          </a:r>
          <a:endParaRPr lang="en-US" sz="1400" kern="1200"/>
        </a:p>
      </dsp:txBody>
      <dsp:txXfrm>
        <a:off x="1123191" y="1281721"/>
        <a:ext cx="6464425" cy="523018"/>
      </dsp:txXfrm>
    </dsp:sp>
    <dsp:sp modelId="{390F6DA3-7C96-43EB-AC9C-359BFE83FF8A}">
      <dsp:nvSpPr>
        <dsp:cNvPr id="0" name=""/>
        <dsp:cNvSpPr/>
      </dsp:nvSpPr>
      <dsp:spPr>
        <a:xfrm>
          <a:off x="1660378" y="1898173"/>
          <a:ext cx="7411544" cy="55556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3. View interactions between devices</a:t>
          </a:r>
          <a:endParaRPr lang="en-US" sz="1400" kern="1200"/>
        </a:p>
      </dsp:txBody>
      <dsp:txXfrm>
        <a:off x="1676650" y="1914445"/>
        <a:ext cx="6464425" cy="523018"/>
      </dsp:txXfrm>
    </dsp:sp>
    <dsp:sp modelId="{6DA99217-5EDD-41FA-84EA-03DFF6723FDC}">
      <dsp:nvSpPr>
        <dsp:cNvPr id="0" name=""/>
        <dsp:cNvSpPr/>
      </dsp:nvSpPr>
      <dsp:spPr>
        <a:xfrm>
          <a:off x="2213838" y="2530898"/>
          <a:ext cx="7411544" cy="555562"/>
        </a:xfrm>
        <a:prstGeom prst="roundRect">
          <a:avLst>
            <a:gd name="adj" fmla="val 10000"/>
          </a:avLst>
        </a:prstGeom>
        <a:solidFill>
          <a:schemeClr val="accent1">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i="0" kern="1200" dirty="0"/>
            <a:t>4.This  tool rebuilds TCP sessions and extracts artifacts from application layer protocols such as HTTP.</a:t>
          </a:r>
          <a:endParaRPr lang="en-US" sz="1400" kern="1200" dirty="0"/>
        </a:p>
      </dsp:txBody>
      <dsp:txXfrm>
        <a:off x="2230110" y="2547170"/>
        <a:ext cx="6464425" cy="523018"/>
      </dsp:txXfrm>
    </dsp:sp>
    <dsp:sp modelId="{C2507B97-8FA5-4070-BDD0-B8B4C2F0BE2D}">
      <dsp:nvSpPr>
        <dsp:cNvPr id="0" name=""/>
        <dsp:cNvSpPr/>
      </dsp:nvSpPr>
      <dsp:spPr>
        <a:xfrm>
          <a:off x="7050428" y="405869"/>
          <a:ext cx="361115" cy="361115"/>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131679" y="405869"/>
        <a:ext cx="198613" cy="271739"/>
      </dsp:txXfrm>
    </dsp:sp>
    <dsp:sp modelId="{FEA18278-C307-49B2-A37F-4B66715F2827}">
      <dsp:nvSpPr>
        <dsp:cNvPr id="0" name=""/>
        <dsp:cNvSpPr/>
      </dsp:nvSpPr>
      <dsp:spPr>
        <a:xfrm>
          <a:off x="7603888" y="1038594"/>
          <a:ext cx="361115" cy="361115"/>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685139" y="1038594"/>
        <a:ext cx="198613" cy="271739"/>
      </dsp:txXfrm>
    </dsp:sp>
    <dsp:sp modelId="{FD676BE5-D5D3-4AAB-905B-534FA3A92E63}">
      <dsp:nvSpPr>
        <dsp:cNvPr id="0" name=""/>
        <dsp:cNvSpPr/>
      </dsp:nvSpPr>
      <dsp:spPr>
        <a:xfrm>
          <a:off x="8157348" y="1662059"/>
          <a:ext cx="361115" cy="361115"/>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8238599" y="1662059"/>
        <a:ext cx="198613" cy="271739"/>
      </dsp:txXfrm>
    </dsp:sp>
    <dsp:sp modelId="{92931223-D214-4AAF-9695-4C853DBBF954}">
      <dsp:nvSpPr>
        <dsp:cNvPr id="0" name=""/>
        <dsp:cNvSpPr/>
      </dsp:nvSpPr>
      <dsp:spPr>
        <a:xfrm>
          <a:off x="8710807" y="2300956"/>
          <a:ext cx="361115" cy="361115"/>
        </a:xfrm>
        <a:prstGeom prst="downArrow">
          <a:avLst>
            <a:gd name="adj1" fmla="val 55000"/>
            <a:gd name="adj2" fmla="val 45000"/>
          </a:avLst>
        </a:prstGeom>
        <a:solidFill>
          <a:schemeClr val="accent1">
            <a:alpha val="90000"/>
            <a:tint val="40000"/>
            <a:hueOff val="0"/>
            <a:satOff val="0"/>
            <a:lumOff val="0"/>
            <a:alphaOff val="0"/>
          </a:schemeClr>
        </a:solidFill>
        <a:ln w="19050" cap="rnd"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8792058" y="2300956"/>
        <a:ext cx="198613" cy="27173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1B94F8-1701-416F-91A3-320D771B4EB3}">
      <dsp:nvSpPr>
        <dsp:cNvPr id="0" name=""/>
        <dsp:cNvSpPr/>
      </dsp:nvSpPr>
      <dsp:spPr>
        <a:xfrm>
          <a:off x="0" y="1507"/>
          <a:ext cx="9625383"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E73EE05-696C-4057-8577-080C2DF74EC9}">
      <dsp:nvSpPr>
        <dsp:cNvPr id="0" name=""/>
        <dsp:cNvSpPr/>
      </dsp:nvSpPr>
      <dsp:spPr>
        <a:xfrm>
          <a:off x="0" y="1507"/>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File extraction (documents, images, executables)</a:t>
          </a:r>
          <a:endParaRPr lang="en-US" sz="2300" kern="1200"/>
        </a:p>
      </dsp:txBody>
      <dsp:txXfrm>
        <a:off x="0" y="1507"/>
        <a:ext cx="9625383" cy="513907"/>
      </dsp:txXfrm>
    </dsp:sp>
    <dsp:sp modelId="{EE1DDB07-E772-4C09-80A1-3D727A1993F5}">
      <dsp:nvSpPr>
        <dsp:cNvPr id="0" name=""/>
        <dsp:cNvSpPr/>
      </dsp:nvSpPr>
      <dsp:spPr>
        <a:xfrm>
          <a:off x="0" y="515414"/>
          <a:ext cx="9625383" cy="0"/>
        </a:xfrm>
        <a:prstGeom prst="line">
          <a:avLst/>
        </a:prstGeom>
        <a:solidFill>
          <a:schemeClr val="accent5">
            <a:hueOff val="-525587"/>
            <a:satOff val="-3570"/>
            <a:lumOff val="-1490"/>
            <a:alphaOff val="0"/>
          </a:schemeClr>
        </a:solidFill>
        <a:ln w="19050" cap="rnd" cmpd="sng" algn="ctr">
          <a:solidFill>
            <a:schemeClr val="accent5">
              <a:hueOff val="-525587"/>
              <a:satOff val="-3570"/>
              <a:lumOff val="-149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20A8403-4018-4F3A-B0FC-E2FAAFE1BAE1}">
      <dsp:nvSpPr>
        <dsp:cNvPr id="0" name=""/>
        <dsp:cNvSpPr/>
      </dsp:nvSpPr>
      <dsp:spPr>
        <a:xfrm>
          <a:off x="0" y="515414"/>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1. Session reconstruction</a:t>
          </a:r>
          <a:endParaRPr lang="en-US" sz="2300" kern="1200"/>
        </a:p>
      </dsp:txBody>
      <dsp:txXfrm>
        <a:off x="0" y="515414"/>
        <a:ext cx="9625383" cy="513907"/>
      </dsp:txXfrm>
    </dsp:sp>
    <dsp:sp modelId="{BE923012-FF1D-418D-85B7-2665B29CEC0E}">
      <dsp:nvSpPr>
        <dsp:cNvPr id="0" name=""/>
        <dsp:cNvSpPr/>
      </dsp:nvSpPr>
      <dsp:spPr>
        <a:xfrm>
          <a:off x="0" y="1029322"/>
          <a:ext cx="9625383" cy="0"/>
        </a:xfrm>
        <a:prstGeom prst="line">
          <a:avLst/>
        </a:prstGeom>
        <a:solidFill>
          <a:schemeClr val="accent5">
            <a:hueOff val="-1051175"/>
            <a:satOff val="-7139"/>
            <a:lumOff val="-2980"/>
            <a:alphaOff val="0"/>
          </a:schemeClr>
        </a:solidFill>
        <a:ln w="19050" cap="rnd" cmpd="sng" algn="ctr">
          <a:solidFill>
            <a:schemeClr val="accent5">
              <a:hueOff val="-1051175"/>
              <a:satOff val="-7139"/>
              <a:lumOff val="-298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C2C8685-A12C-4C94-96F5-41F5461C2FD9}">
      <dsp:nvSpPr>
        <dsp:cNvPr id="0" name=""/>
        <dsp:cNvSpPr/>
      </dsp:nvSpPr>
      <dsp:spPr>
        <a:xfrm>
          <a:off x="0" y="1029322"/>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2</a:t>
          </a:r>
          <a:r>
            <a:rPr lang="en-US" sz="2300" kern="1200"/>
            <a:t>. </a:t>
          </a:r>
          <a:r>
            <a:rPr lang="en-US" sz="2300" b="1" kern="1200"/>
            <a:t>Credential detection</a:t>
          </a:r>
          <a:endParaRPr lang="en-US" sz="2300" kern="1200"/>
        </a:p>
      </dsp:txBody>
      <dsp:txXfrm>
        <a:off x="0" y="1029322"/>
        <a:ext cx="9625383" cy="513907"/>
      </dsp:txXfrm>
    </dsp:sp>
    <dsp:sp modelId="{1B076C15-D368-40BC-AC46-CEA27B3A4844}">
      <dsp:nvSpPr>
        <dsp:cNvPr id="0" name=""/>
        <dsp:cNvSpPr/>
      </dsp:nvSpPr>
      <dsp:spPr>
        <a:xfrm>
          <a:off x="0" y="1543230"/>
          <a:ext cx="9625383" cy="0"/>
        </a:xfrm>
        <a:prstGeom prst="line">
          <a:avLst/>
        </a:prstGeom>
        <a:solidFill>
          <a:schemeClr val="accent5">
            <a:hueOff val="-1576762"/>
            <a:satOff val="-10709"/>
            <a:lumOff val="-4471"/>
            <a:alphaOff val="0"/>
          </a:schemeClr>
        </a:solidFill>
        <a:ln w="19050" cap="rnd" cmpd="sng" algn="ctr">
          <a:solidFill>
            <a:schemeClr val="accent5">
              <a:hueOff val="-1576762"/>
              <a:satOff val="-10709"/>
              <a:lumOff val="-447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C233BF1-E86C-43C2-BCFF-169C320B13F5}">
      <dsp:nvSpPr>
        <dsp:cNvPr id="0" name=""/>
        <dsp:cNvSpPr/>
      </dsp:nvSpPr>
      <dsp:spPr>
        <a:xfrm>
          <a:off x="0" y="1543230"/>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3</a:t>
          </a:r>
          <a:r>
            <a:rPr lang="en-US" sz="2300" kern="1200"/>
            <a:t>. </a:t>
          </a:r>
          <a:r>
            <a:rPr lang="en-US" sz="2300" b="1" kern="1200"/>
            <a:t>Host and OS identification</a:t>
          </a:r>
          <a:endParaRPr lang="en-US" sz="2300" kern="1200"/>
        </a:p>
      </dsp:txBody>
      <dsp:txXfrm>
        <a:off x="0" y="1543230"/>
        <a:ext cx="9625383" cy="513907"/>
      </dsp:txXfrm>
    </dsp:sp>
    <dsp:sp modelId="{F9774C39-8E13-4D4C-BF5F-96F3EDEE6299}">
      <dsp:nvSpPr>
        <dsp:cNvPr id="0" name=""/>
        <dsp:cNvSpPr/>
      </dsp:nvSpPr>
      <dsp:spPr>
        <a:xfrm>
          <a:off x="0" y="2057138"/>
          <a:ext cx="9625383" cy="0"/>
        </a:xfrm>
        <a:prstGeom prst="line">
          <a:avLst/>
        </a:prstGeom>
        <a:solidFill>
          <a:schemeClr val="accent5">
            <a:hueOff val="-2102350"/>
            <a:satOff val="-14278"/>
            <a:lumOff val="-5961"/>
            <a:alphaOff val="0"/>
          </a:schemeClr>
        </a:solidFill>
        <a:ln w="19050" cap="rnd" cmpd="sng" algn="ctr">
          <a:solidFill>
            <a:schemeClr val="accent5">
              <a:hueOff val="-2102350"/>
              <a:satOff val="-14278"/>
              <a:lumOff val="-596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05F9D9A-F8B0-428D-8026-8668481EEFE0}">
      <dsp:nvSpPr>
        <dsp:cNvPr id="0" name=""/>
        <dsp:cNvSpPr/>
      </dsp:nvSpPr>
      <dsp:spPr>
        <a:xfrm>
          <a:off x="0" y="2057138"/>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4. Communication visualization</a:t>
          </a:r>
          <a:endParaRPr lang="en-US" sz="2300" kern="1200"/>
        </a:p>
      </dsp:txBody>
      <dsp:txXfrm>
        <a:off x="0" y="2057138"/>
        <a:ext cx="9625383" cy="513907"/>
      </dsp:txXfrm>
    </dsp:sp>
    <dsp:sp modelId="{A8B096FE-82AF-4D87-AD9F-9056D253D02B}">
      <dsp:nvSpPr>
        <dsp:cNvPr id="0" name=""/>
        <dsp:cNvSpPr/>
      </dsp:nvSpPr>
      <dsp:spPr>
        <a:xfrm>
          <a:off x="0" y="2571046"/>
          <a:ext cx="9625383" cy="0"/>
        </a:xfrm>
        <a:prstGeom prst="line">
          <a:avLst/>
        </a:prstGeom>
        <a:solidFill>
          <a:schemeClr val="accent5">
            <a:hueOff val="-2627937"/>
            <a:satOff val="-17848"/>
            <a:lumOff val="-7451"/>
            <a:alphaOff val="0"/>
          </a:schemeClr>
        </a:solidFill>
        <a:ln w="19050" cap="rnd" cmpd="sng" algn="ctr">
          <a:solidFill>
            <a:schemeClr val="accent5">
              <a:hueOff val="-2627937"/>
              <a:satOff val="-17848"/>
              <a:lumOff val="-745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63B41E9D-AD83-49DE-95A0-50436D294AF2}">
      <dsp:nvSpPr>
        <dsp:cNvPr id="0" name=""/>
        <dsp:cNvSpPr/>
      </dsp:nvSpPr>
      <dsp:spPr>
        <a:xfrm>
          <a:off x="0" y="2571046"/>
          <a:ext cx="9625383" cy="5139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None/>
          </a:pPr>
          <a:r>
            <a:rPr lang="en-US" sz="2300" b="1" kern="1200"/>
            <a:t>These features enable efficient identification of forensic evidence.</a:t>
          </a:r>
          <a:endParaRPr lang="en-US" sz="2300" kern="1200"/>
        </a:p>
      </dsp:txBody>
      <dsp:txXfrm>
        <a:off x="0" y="2571046"/>
        <a:ext cx="9625383" cy="513907"/>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44DDA0-4A96-44C2-9523-69471E2D3F9F}">
      <dsp:nvSpPr>
        <dsp:cNvPr id="0" name=""/>
        <dsp:cNvSpPr/>
      </dsp:nvSpPr>
      <dsp:spPr>
        <a:xfrm>
          <a:off x="0" y="376"/>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9265A7-3C16-4852-92CF-8D189A3887C2}">
      <dsp:nvSpPr>
        <dsp:cNvPr id="0" name=""/>
        <dsp:cNvSpPr/>
      </dsp:nvSpPr>
      <dsp:spPr>
        <a:xfrm>
          <a:off x="266693" y="198743"/>
          <a:ext cx="484896" cy="48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3995324-AD06-4383-BBE2-8C8396E9051A}">
      <dsp:nvSpPr>
        <dsp:cNvPr id="0" name=""/>
        <dsp:cNvSpPr/>
      </dsp:nvSpPr>
      <dsp:spPr>
        <a:xfrm>
          <a:off x="1018283" y="376"/>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889000">
            <a:lnSpc>
              <a:spcPct val="90000"/>
            </a:lnSpc>
            <a:spcBef>
              <a:spcPct val="0"/>
            </a:spcBef>
            <a:spcAft>
              <a:spcPct val="35000"/>
            </a:spcAft>
            <a:buNone/>
          </a:pPr>
          <a:r>
            <a:rPr lang="en-US" sz="2000" b="1" kern="1200"/>
            <a:t>A financial institution detects unusual outbound traffic from an internal workstation during non-business hours.</a:t>
          </a:r>
          <a:endParaRPr lang="en-US" sz="2000" kern="1200"/>
        </a:p>
      </dsp:txBody>
      <dsp:txXfrm>
        <a:off x="1018283" y="376"/>
        <a:ext cx="8607099" cy="881630"/>
      </dsp:txXfrm>
    </dsp:sp>
    <dsp:sp modelId="{D6B340BD-AFD3-41AB-837C-2935FE58F4EE}">
      <dsp:nvSpPr>
        <dsp:cNvPr id="0" name=""/>
        <dsp:cNvSpPr/>
      </dsp:nvSpPr>
      <dsp:spPr>
        <a:xfrm>
          <a:off x="0" y="1102415"/>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E5FF92-92FE-49FB-8C13-F180905D6D70}">
      <dsp:nvSpPr>
        <dsp:cNvPr id="0" name=""/>
        <dsp:cNvSpPr/>
      </dsp:nvSpPr>
      <dsp:spPr>
        <a:xfrm>
          <a:off x="266693" y="1300782"/>
          <a:ext cx="484896" cy="48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C459F65-8DE6-437A-B485-12642F739D7F}">
      <dsp:nvSpPr>
        <dsp:cNvPr id="0" name=""/>
        <dsp:cNvSpPr/>
      </dsp:nvSpPr>
      <dsp:spPr>
        <a:xfrm>
          <a:off x="1018283" y="1102415"/>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889000">
            <a:lnSpc>
              <a:spcPct val="90000"/>
            </a:lnSpc>
            <a:spcBef>
              <a:spcPct val="0"/>
            </a:spcBef>
            <a:spcAft>
              <a:spcPct val="35000"/>
            </a:spcAft>
            <a:buNone/>
          </a:pPr>
          <a:r>
            <a:rPr lang="en-US" sz="2000" b="1" kern="1200"/>
            <a:t>A system scan did not detect any suspicious files, suggesting that evidence may have been deleted.</a:t>
          </a:r>
          <a:endParaRPr lang="en-US" sz="2000" kern="1200"/>
        </a:p>
      </dsp:txBody>
      <dsp:txXfrm>
        <a:off x="1018283" y="1102415"/>
        <a:ext cx="8607099" cy="881630"/>
      </dsp:txXfrm>
    </dsp:sp>
    <dsp:sp modelId="{A86D79E0-1E73-4391-AF3B-09E8E9CA70B9}">
      <dsp:nvSpPr>
        <dsp:cNvPr id="0" name=""/>
        <dsp:cNvSpPr/>
      </dsp:nvSpPr>
      <dsp:spPr>
        <a:xfrm>
          <a:off x="0" y="2204453"/>
          <a:ext cx="9625383" cy="88163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BB61421-8F1C-4631-A2AB-A532579CC5A4}">
      <dsp:nvSpPr>
        <dsp:cNvPr id="0" name=""/>
        <dsp:cNvSpPr/>
      </dsp:nvSpPr>
      <dsp:spPr>
        <a:xfrm>
          <a:off x="266693" y="2402820"/>
          <a:ext cx="484896" cy="48489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6AF4C28-FF17-4B83-82B9-2D08A5309B28}">
      <dsp:nvSpPr>
        <dsp:cNvPr id="0" name=""/>
        <dsp:cNvSpPr/>
      </dsp:nvSpPr>
      <dsp:spPr>
        <a:xfrm>
          <a:off x="1018283" y="2204453"/>
          <a:ext cx="8607099" cy="8816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3306" tIns="93306" rIns="93306" bIns="93306" numCol="1" spcCol="1270" anchor="ctr" anchorCtr="0">
          <a:noAutofit/>
        </a:bodyPr>
        <a:lstStyle/>
        <a:p>
          <a:pPr marL="0" lvl="0" indent="0" algn="l" defTabSz="889000">
            <a:lnSpc>
              <a:spcPct val="90000"/>
            </a:lnSpc>
            <a:spcBef>
              <a:spcPct val="0"/>
            </a:spcBef>
            <a:spcAft>
              <a:spcPct val="35000"/>
            </a:spcAft>
            <a:buNone/>
          </a:pPr>
          <a:r>
            <a:rPr lang="en-US" sz="2000" b="1" kern="1200"/>
            <a:t>Investigators used intercepted network traffic to determine whether sensitive data was being sent out and reconstruct its activities.</a:t>
          </a:r>
          <a:endParaRPr lang="en-US" sz="2000" kern="1200"/>
        </a:p>
      </dsp:txBody>
      <dsp:txXfrm>
        <a:off x="1018283" y="2204453"/>
        <a:ext cx="8607099" cy="88163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E344AD-B8A6-4A07-B972-FCC88810F601}">
      <dsp:nvSpPr>
        <dsp:cNvPr id="0" name=""/>
        <dsp:cNvSpPr/>
      </dsp:nvSpPr>
      <dsp:spPr>
        <a:xfrm>
          <a:off x="1151474" y="1665"/>
          <a:ext cx="1926956" cy="115617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100000"/>
            </a:lnSpc>
            <a:spcBef>
              <a:spcPct val="0"/>
            </a:spcBef>
            <a:spcAft>
              <a:spcPct val="35000"/>
            </a:spcAft>
            <a:buNone/>
          </a:pPr>
          <a:r>
            <a:rPr lang="en-US" sz="1200" b="1" i="0" kern="1200"/>
            <a:t>1</a:t>
          </a:r>
          <a:r>
            <a:rPr lang="en-US" sz="1200" b="0" i="0" kern="1200"/>
            <a:t>. PCAP files were analyzed using Network Miner.</a:t>
          </a:r>
          <a:endParaRPr lang="en-US" sz="1200" kern="1200"/>
        </a:p>
      </dsp:txBody>
      <dsp:txXfrm>
        <a:off x="1185337" y="35528"/>
        <a:ext cx="1859230" cy="1088447"/>
      </dsp:txXfrm>
    </dsp:sp>
    <dsp:sp modelId="{53077847-AB73-45AA-868C-693BBC51C5E2}">
      <dsp:nvSpPr>
        <dsp:cNvPr id="0" name=""/>
        <dsp:cNvSpPr/>
      </dsp:nvSpPr>
      <dsp:spPr>
        <a:xfrm>
          <a:off x="3248002" y="340809"/>
          <a:ext cx="408514" cy="477885"/>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3248002" y="436386"/>
        <a:ext cx="285960" cy="286731"/>
      </dsp:txXfrm>
    </dsp:sp>
    <dsp:sp modelId="{3A8F0D6F-B9F9-472F-91E4-28195FA3115D}">
      <dsp:nvSpPr>
        <dsp:cNvPr id="0" name=""/>
        <dsp:cNvSpPr/>
      </dsp:nvSpPr>
      <dsp:spPr>
        <a:xfrm>
          <a:off x="3849213" y="1665"/>
          <a:ext cx="1926956" cy="115617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100000"/>
            </a:lnSpc>
            <a:spcBef>
              <a:spcPct val="0"/>
            </a:spcBef>
            <a:spcAft>
              <a:spcPct val="35000"/>
            </a:spcAft>
            <a:buNone/>
          </a:pPr>
          <a:r>
            <a:rPr lang="en-US" sz="1200" b="1" i="0" kern="1200" dirty="0"/>
            <a:t>2</a:t>
          </a:r>
          <a:r>
            <a:rPr lang="en-US" sz="1200" b="0" i="0" kern="1200" dirty="0"/>
            <a:t>. Sessions were reconstructed to trace communication.</a:t>
          </a:r>
          <a:endParaRPr lang="en-US" sz="1200" kern="1200" dirty="0"/>
        </a:p>
      </dsp:txBody>
      <dsp:txXfrm>
        <a:off x="3883076" y="35528"/>
        <a:ext cx="1859230" cy="1088447"/>
      </dsp:txXfrm>
    </dsp:sp>
    <dsp:sp modelId="{B3709F8D-D1F5-4A8E-A732-347752DF05DD}">
      <dsp:nvSpPr>
        <dsp:cNvPr id="0" name=""/>
        <dsp:cNvSpPr/>
      </dsp:nvSpPr>
      <dsp:spPr>
        <a:xfrm>
          <a:off x="5945741" y="340809"/>
          <a:ext cx="408514" cy="477885"/>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5945741" y="436386"/>
        <a:ext cx="285960" cy="286731"/>
      </dsp:txXfrm>
    </dsp:sp>
    <dsp:sp modelId="{0883E03A-5569-41AE-85F4-5891107F730A}">
      <dsp:nvSpPr>
        <dsp:cNvPr id="0" name=""/>
        <dsp:cNvSpPr/>
      </dsp:nvSpPr>
      <dsp:spPr>
        <a:xfrm>
          <a:off x="6546952" y="1665"/>
          <a:ext cx="1926956" cy="115617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100000"/>
            </a:lnSpc>
            <a:spcBef>
              <a:spcPct val="0"/>
            </a:spcBef>
            <a:spcAft>
              <a:spcPct val="35000"/>
            </a:spcAft>
            <a:buNone/>
          </a:pPr>
          <a:r>
            <a:rPr lang="en-US" sz="1200" b="1" i="0" kern="1200" dirty="0"/>
            <a:t>3. </a:t>
          </a:r>
          <a:r>
            <a:rPr lang="en-US" sz="1200" b="0" i="0" kern="1200" dirty="0"/>
            <a:t>External IP interactions were identified.</a:t>
          </a:r>
          <a:endParaRPr lang="en-US" sz="1200" kern="1200" dirty="0"/>
        </a:p>
      </dsp:txBody>
      <dsp:txXfrm>
        <a:off x="6580815" y="35528"/>
        <a:ext cx="1859230" cy="1088447"/>
      </dsp:txXfrm>
    </dsp:sp>
    <dsp:sp modelId="{79E6A0FE-7607-4BD7-9EDA-56D72FAE641D}">
      <dsp:nvSpPr>
        <dsp:cNvPr id="0" name=""/>
        <dsp:cNvSpPr/>
      </dsp:nvSpPr>
      <dsp:spPr>
        <a:xfrm rot="5400000">
          <a:off x="7306173" y="1292726"/>
          <a:ext cx="408514" cy="477885"/>
        </a:xfrm>
        <a:prstGeom prst="rightArrow">
          <a:avLst>
            <a:gd name="adj1" fmla="val 60000"/>
            <a:gd name="adj2" fmla="val 50000"/>
          </a:avLst>
        </a:prstGeom>
        <a:solidFill>
          <a:schemeClr val="accent3">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rot="-5400000">
        <a:off x="7367065" y="1327411"/>
        <a:ext cx="286731" cy="285960"/>
      </dsp:txXfrm>
    </dsp:sp>
    <dsp:sp modelId="{6D8D1E89-3782-4084-8177-4E6C905D7F91}">
      <dsp:nvSpPr>
        <dsp:cNvPr id="0" name=""/>
        <dsp:cNvSpPr/>
      </dsp:nvSpPr>
      <dsp:spPr>
        <a:xfrm>
          <a:off x="6546952" y="1928621"/>
          <a:ext cx="1926956" cy="1156173"/>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100000"/>
            </a:lnSpc>
            <a:spcBef>
              <a:spcPct val="0"/>
            </a:spcBef>
            <a:spcAft>
              <a:spcPct val="35000"/>
            </a:spcAft>
            <a:buNone/>
          </a:pPr>
          <a:r>
            <a:rPr lang="en-US" sz="1200" b="1" i="0" kern="1200" dirty="0"/>
            <a:t>4</a:t>
          </a:r>
          <a:r>
            <a:rPr lang="en-US" sz="1200" b="0" i="0" kern="1200" dirty="0"/>
            <a:t>. Transferred files and hidden communications were recovered for further analysis.</a:t>
          </a:r>
          <a:endParaRPr lang="en-US" sz="1200" kern="1200" dirty="0"/>
        </a:p>
      </dsp:txBody>
      <dsp:txXfrm>
        <a:off x="6580815" y="1962484"/>
        <a:ext cx="1859230" cy="108844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A1E2883-9394-4236-BDCE-C7263DC58E05}">
      <dsp:nvSpPr>
        <dsp:cNvPr id="0" name=""/>
        <dsp:cNvSpPr/>
      </dsp:nvSpPr>
      <dsp:spPr>
        <a:xfrm>
          <a:off x="0" y="1281"/>
          <a:ext cx="9625383" cy="64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E3D1D06-8CAA-4178-BA70-9F3EA4DD12F3}">
      <dsp:nvSpPr>
        <dsp:cNvPr id="0" name=""/>
        <dsp:cNvSpPr/>
      </dsp:nvSpPr>
      <dsp:spPr>
        <a:xfrm>
          <a:off x="196395" y="147360"/>
          <a:ext cx="357083" cy="3570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06DD7A38-F494-401A-B7FC-D1A0CE0B6E93}">
      <dsp:nvSpPr>
        <dsp:cNvPr id="0" name=""/>
        <dsp:cNvSpPr/>
      </dsp:nvSpPr>
      <dsp:spPr>
        <a:xfrm>
          <a:off x="749874" y="1281"/>
          <a:ext cx="8875508" cy="64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711" tIns="68711" rIns="68711" bIns="68711" numCol="1" spcCol="1270" anchor="ctr" anchorCtr="0">
          <a:noAutofit/>
        </a:bodyPr>
        <a:lstStyle/>
        <a:p>
          <a:pPr marL="0" lvl="0" indent="0" algn="l" defTabSz="711200">
            <a:lnSpc>
              <a:spcPct val="100000"/>
            </a:lnSpc>
            <a:spcBef>
              <a:spcPct val="0"/>
            </a:spcBef>
            <a:spcAft>
              <a:spcPct val="35000"/>
            </a:spcAft>
            <a:buNone/>
          </a:pPr>
          <a:r>
            <a:rPr lang="en-US" sz="1600" b="1" kern="1200"/>
            <a:t>The results show that sensitive data was transferred and then deleted from the system.</a:t>
          </a:r>
          <a:endParaRPr lang="en-US" sz="1600" kern="1200"/>
        </a:p>
      </dsp:txBody>
      <dsp:txXfrm>
        <a:off x="749874" y="1281"/>
        <a:ext cx="8875508" cy="649241"/>
      </dsp:txXfrm>
    </dsp:sp>
    <dsp:sp modelId="{88B844DD-4163-42E5-BFAA-4C445BF0EE4B}">
      <dsp:nvSpPr>
        <dsp:cNvPr id="0" name=""/>
        <dsp:cNvSpPr/>
      </dsp:nvSpPr>
      <dsp:spPr>
        <a:xfrm>
          <a:off x="0" y="812833"/>
          <a:ext cx="9625383" cy="64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2357CB9-F291-450B-81A5-6F46C279CC46}">
      <dsp:nvSpPr>
        <dsp:cNvPr id="0" name=""/>
        <dsp:cNvSpPr/>
      </dsp:nvSpPr>
      <dsp:spPr>
        <a:xfrm>
          <a:off x="196395" y="958912"/>
          <a:ext cx="357083" cy="3570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18C2693-46CB-4544-A8FF-C991B7A15502}">
      <dsp:nvSpPr>
        <dsp:cNvPr id="0" name=""/>
        <dsp:cNvSpPr/>
      </dsp:nvSpPr>
      <dsp:spPr>
        <a:xfrm>
          <a:off x="749874" y="812833"/>
          <a:ext cx="8875508" cy="64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711" tIns="68711" rIns="68711" bIns="68711" numCol="1" spcCol="1270" anchor="ctr" anchorCtr="0">
          <a:noAutofit/>
        </a:bodyPr>
        <a:lstStyle/>
        <a:p>
          <a:pPr marL="0" lvl="0" indent="0" algn="l" defTabSz="711200">
            <a:lnSpc>
              <a:spcPct val="100000"/>
            </a:lnSpc>
            <a:spcBef>
              <a:spcPct val="0"/>
            </a:spcBef>
            <a:spcAft>
              <a:spcPct val="35000"/>
            </a:spcAft>
            <a:buNone/>
          </a:pPr>
          <a:r>
            <a:rPr lang="en-US" sz="1600" b="1" kern="1200" dirty="0"/>
            <a:t>This demonstrates an important forensic concept:</a:t>
          </a:r>
          <a:endParaRPr lang="en-US" sz="1600" kern="1200" dirty="0"/>
        </a:p>
      </dsp:txBody>
      <dsp:txXfrm>
        <a:off x="749874" y="812833"/>
        <a:ext cx="8875508" cy="649241"/>
      </dsp:txXfrm>
    </dsp:sp>
    <dsp:sp modelId="{915E4BB0-6E2A-4158-B130-524B16A2B4EB}">
      <dsp:nvSpPr>
        <dsp:cNvPr id="0" name=""/>
        <dsp:cNvSpPr/>
      </dsp:nvSpPr>
      <dsp:spPr>
        <a:xfrm>
          <a:off x="0" y="1624385"/>
          <a:ext cx="9625383" cy="64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8FBFEE-A84F-4931-842B-963B97C7B210}">
      <dsp:nvSpPr>
        <dsp:cNvPr id="0" name=""/>
        <dsp:cNvSpPr/>
      </dsp:nvSpPr>
      <dsp:spPr>
        <a:xfrm>
          <a:off x="196395" y="1770465"/>
          <a:ext cx="357083" cy="3570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361C417-9E6C-40E1-B900-74039C0CAF7C}">
      <dsp:nvSpPr>
        <dsp:cNvPr id="0" name=""/>
        <dsp:cNvSpPr/>
      </dsp:nvSpPr>
      <dsp:spPr>
        <a:xfrm>
          <a:off x="749874" y="1624385"/>
          <a:ext cx="8875508" cy="64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711" tIns="68711" rIns="68711" bIns="68711" numCol="1" spcCol="1270" anchor="ctr" anchorCtr="0">
          <a:noAutofit/>
        </a:bodyPr>
        <a:lstStyle/>
        <a:p>
          <a:pPr marL="0" lvl="0" indent="0" algn="l" defTabSz="711200">
            <a:lnSpc>
              <a:spcPct val="100000"/>
            </a:lnSpc>
            <a:spcBef>
              <a:spcPct val="0"/>
            </a:spcBef>
            <a:spcAft>
              <a:spcPct val="35000"/>
            </a:spcAft>
            <a:buNone/>
          </a:pPr>
          <a:r>
            <a:rPr lang="en-US" sz="1600" b="1" kern="1200"/>
            <a:t>Even if evidence is deleted locally, it can still be recovered from network traffic.</a:t>
          </a:r>
          <a:endParaRPr lang="en-US" sz="1600" kern="1200"/>
        </a:p>
      </dsp:txBody>
      <dsp:txXfrm>
        <a:off x="749874" y="1624385"/>
        <a:ext cx="8875508" cy="649241"/>
      </dsp:txXfrm>
    </dsp:sp>
    <dsp:sp modelId="{BFF82B3E-EE6D-4D1D-AEC1-8B9A662832BB}">
      <dsp:nvSpPr>
        <dsp:cNvPr id="0" name=""/>
        <dsp:cNvSpPr/>
      </dsp:nvSpPr>
      <dsp:spPr>
        <a:xfrm>
          <a:off x="0" y="2435938"/>
          <a:ext cx="9625383" cy="649241"/>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667153-59A8-42B7-A621-FED148D5390F}">
      <dsp:nvSpPr>
        <dsp:cNvPr id="0" name=""/>
        <dsp:cNvSpPr/>
      </dsp:nvSpPr>
      <dsp:spPr>
        <a:xfrm>
          <a:off x="196395" y="2582017"/>
          <a:ext cx="357083" cy="3570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46FC510-79B6-456F-A355-DD7A247A7B90}">
      <dsp:nvSpPr>
        <dsp:cNvPr id="0" name=""/>
        <dsp:cNvSpPr/>
      </dsp:nvSpPr>
      <dsp:spPr>
        <a:xfrm>
          <a:off x="749874" y="2435938"/>
          <a:ext cx="8875508" cy="64924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8711" tIns="68711" rIns="68711" bIns="68711" numCol="1" spcCol="1270" anchor="ctr" anchorCtr="0">
          <a:noAutofit/>
        </a:bodyPr>
        <a:lstStyle/>
        <a:p>
          <a:pPr marL="0" lvl="0" indent="0" algn="l" defTabSz="711200">
            <a:lnSpc>
              <a:spcPct val="100000"/>
            </a:lnSpc>
            <a:spcBef>
              <a:spcPct val="0"/>
            </a:spcBef>
            <a:spcAft>
              <a:spcPct val="35000"/>
            </a:spcAft>
            <a:buNone/>
          </a:pPr>
          <a:r>
            <a:rPr lang="en-US" sz="1600" b="1" kern="1200"/>
            <a:t>Network Miner helps recover these hidden activities.</a:t>
          </a:r>
          <a:endParaRPr lang="en-US" sz="1600" kern="1200"/>
        </a:p>
      </dsp:txBody>
      <dsp:txXfrm>
        <a:off x="749874" y="2435938"/>
        <a:ext cx="8875508" cy="64924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C15FF4-9C0C-4161-8CC4-ACC6AC71CCFA}">
      <dsp:nvSpPr>
        <dsp:cNvPr id="0" name=""/>
        <dsp:cNvSpPr/>
      </dsp:nvSpPr>
      <dsp:spPr>
        <a:xfrm>
          <a:off x="0" y="0"/>
          <a:ext cx="7411544" cy="555562"/>
        </a:xfrm>
        <a:prstGeom prst="roundRect">
          <a:avLst>
            <a:gd name="adj" fmla="val 10000"/>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1. Improved management of encrypted traffic</a:t>
          </a:r>
          <a:endParaRPr lang="en-US" sz="1400" kern="1200"/>
        </a:p>
      </dsp:txBody>
      <dsp:txXfrm>
        <a:off x="16272" y="16272"/>
        <a:ext cx="6747048" cy="523018"/>
      </dsp:txXfrm>
    </dsp:sp>
    <dsp:sp modelId="{6E2A2CEB-422D-4679-874B-3C983A26CD21}">
      <dsp:nvSpPr>
        <dsp:cNvPr id="0" name=""/>
        <dsp:cNvSpPr/>
      </dsp:nvSpPr>
      <dsp:spPr>
        <a:xfrm>
          <a:off x="553459" y="632724"/>
          <a:ext cx="7411544" cy="555562"/>
        </a:xfrm>
        <a:prstGeom prst="roundRect">
          <a:avLst>
            <a:gd name="adj" fmla="val 10000"/>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2. Anomaly detection using AI</a:t>
          </a:r>
          <a:endParaRPr lang="en-US" sz="1400" kern="1200"/>
        </a:p>
      </dsp:txBody>
      <dsp:txXfrm>
        <a:off x="569731" y="648996"/>
        <a:ext cx="6464425" cy="523018"/>
      </dsp:txXfrm>
    </dsp:sp>
    <dsp:sp modelId="{1BCE3C03-4D71-4FF9-BFDD-93C2E6CD6E4B}">
      <dsp:nvSpPr>
        <dsp:cNvPr id="0" name=""/>
        <dsp:cNvSpPr/>
      </dsp:nvSpPr>
      <dsp:spPr>
        <a:xfrm>
          <a:off x="1106919" y="1265449"/>
          <a:ext cx="7411544" cy="555562"/>
        </a:xfrm>
        <a:prstGeom prst="roundRect">
          <a:avLst>
            <a:gd name="adj" fmla="val 10000"/>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3</a:t>
          </a:r>
          <a:r>
            <a:rPr lang="en-US" sz="1400" kern="1200"/>
            <a:t>. </a:t>
          </a:r>
          <a:r>
            <a:rPr lang="en-US" sz="1400" b="1" kern="1200"/>
            <a:t>Improved visualization</a:t>
          </a:r>
          <a:endParaRPr lang="en-US" sz="1400" kern="1200"/>
        </a:p>
      </dsp:txBody>
      <dsp:txXfrm>
        <a:off x="1123191" y="1281721"/>
        <a:ext cx="6464425" cy="523018"/>
      </dsp:txXfrm>
    </dsp:sp>
    <dsp:sp modelId="{9D33BCC7-28A5-4E7E-9B11-961B2D983885}">
      <dsp:nvSpPr>
        <dsp:cNvPr id="0" name=""/>
        <dsp:cNvSpPr/>
      </dsp:nvSpPr>
      <dsp:spPr>
        <a:xfrm>
          <a:off x="1660378" y="1898173"/>
          <a:ext cx="7411544" cy="555562"/>
        </a:xfrm>
        <a:prstGeom prst="roundRect">
          <a:avLst>
            <a:gd name="adj" fmla="val 10000"/>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Note: Although NetworkMiner is very effective for quick forensic analysis, it must be combined with other tools for complex investigations.</a:t>
          </a:r>
          <a:endParaRPr lang="en-US" sz="1400" kern="1200"/>
        </a:p>
      </dsp:txBody>
      <dsp:txXfrm>
        <a:off x="1676650" y="1914445"/>
        <a:ext cx="6464425" cy="523018"/>
      </dsp:txXfrm>
    </dsp:sp>
    <dsp:sp modelId="{DB9D670A-D333-4EE8-8022-5D75FCC8E5E8}">
      <dsp:nvSpPr>
        <dsp:cNvPr id="0" name=""/>
        <dsp:cNvSpPr/>
      </dsp:nvSpPr>
      <dsp:spPr>
        <a:xfrm>
          <a:off x="2213838" y="2530898"/>
          <a:ext cx="7411544" cy="555562"/>
        </a:xfrm>
        <a:prstGeom prst="roundRect">
          <a:avLst>
            <a:gd name="adj" fmla="val 10000"/>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b="1" kern="1200"/>
            <a:t>I would like to have it in my toolbox because of its practicality and effectiveness.</a:t>
          </a:r>
          <a:endParaRPr lang="en-US" sz="1400" kern="1200"/>
        </a:p>
      </dsp:txBody>
      <dsp:txXfrm>
        <a:off x="2230110" y="2547170"/>
        <a:ext cx="6464425" cy="523018"/>
      </dsp:txXfrm>
    </dsp:sp>
    <dsp:sp modelId="{B8A6AA06-AA98-4FD2-B3E9-E8BD574CD259}">
      <dsp:nvSpPr>
        <dsp:cNvPr id="0" name=""/>
        <dsp:cNvSpPr/>
      </dsp:nvSpPr>
      <dsp:spPr>
        <a:xfrm>
          <a:off x="7050428" y="405869"/>
          <a:ext cx="361115" cy="361115"/>
        </a:xfrm>
        <a:prstGeom prst="downArrow">
          <a:avLst>
            <a:gd name="adj1" fmla="val 55000"/>
            <a:gd name="adj2" fmla="val 45000"/>
          </a:avLst>
        </a:prstGeom>
        <a:solidFill>
          <a:schemeClr val="accent2">
            <a:tint val="40000"/>
            <a:alpha val="90000"/>
            <a:hueOff val="0"/>
            <a:satOff val="0"/>
            <a:lumOff val="0"/>
            <a:alphaOff val="0"/>
          </a:schemeClr>
        </a:solidFill>
        <a:ln w="19050" cap="rnd"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131679" y="405869"/>
        <a:ext cx="198613" cy="271739"/>
      </dsp:txXfrm>
    </dsp:sp>
    <dsp:sp modelId="{E99CF410-2ED7-436C-B68F-54DCAD0EA243}">
      <dsp:nvSpPr>
        <dsp:cNvPr id="0" name=""/>
        <dsp:cNvSpPr/>
      </dsp:nvSpPr>
      <dsp:spPr>
        <a:xfrm>
          <a:off x="7603888" y="1038594"/>
          <a:ext cx="361115" cy="361115"/>
        </a:xfrm>
        <a:prstGeom prst="downArrow">
          <a:avLst>
            <a:gd name="adj1" fmla="val 55000"/>
            <a:gd name="adj2" fmla="val 45000"/>
          </a:avLst>
        </a:prstGeom>
        <a:solidFill>
          <a:schemeClr val="accent3">
            <a:tint val="40000"/>
            <a:alpha val="90000"/>
            <a:hueOff val="0"/>
            <a:satOff val="0"/>
            <a:lumOff val="0"/>
            <a:alphaOff val="0"/>
          </a:schemeClr>
        </a:solidFill>
        <a:ln w="19050" cap="rnd"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7685139" y="1038594"/>
        <a:ext cx="198613" cy="271739"/>
      </dsp:txXfrm>
    </dsp:sp>
    <dsp:sp modelId="{C04AD428-9927-44CD-916F-06748E9821CA}">
      <dsp:nvSpPr>
        <dsp:cNvPr id="0" name=""/>
        <dsp:cNvSpPr/>
      </dsp:nvSpPr>
      <dsp:spPr>
        <a:xfrm>
          <a:off x="8157348" y="1662059"/>
          <a:ext cx="361115" cy="361115"/>
        </a:xfrm>
        <a:prstGeom prst="downArrow">
          <a:avLst>
            <a:gd name="adj1" fmla="val 55000"/>
            <a:gd name="adj2" fmla="val 45000"/>
          </a:avLst>
        </a:prstGeom>
        <a:solidFill>
          <a:schemeClr val="accent4">
            <a:tint val="40000"/>
            <a:alpha val="90000"/>
            <a:hueOff val="0"/>
            <a:satOff val="0"/>
            <a:lumOff val="0"/>
            <a:alphaOff val="0"/>
          </a:schemeClr>
        </a:solidFill>
        <a:ln w="19050" cap="rnd"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8238599" y="1662059"/>
        <a:ext cx="198613" cy="271739"/>
      </dsp:txXfrm>
    </dsp:sp>
    <dsp:sp modelId="{7DE54CF3-7AC7-4AD4-B637-B3798BE0724C}">
      <dsp:nvSpPr>
        <dsp:cNvPr id="0" name=""/>
        <dsp:cNvSpPr/>
      </dsp:nvSpPr>
      <dsp:spPr>
        <a:xfrm>
          <a:off x="8710807" y="2300956"/>
          <a:ext cx="361115" cy="361115"/>
        </a:xfrm>
        <a:prstGeom prst="downArrow">
          <a:avLst>
            <a:gd name="adj1" fmla="val 55000"/>
            <a:gd name="adj2" fmla="val 45000"/>
          </a:avLst>
        </a:prstGeom>
        <a:solidFill>
          <a:schemeClr val="accent5">
            <a:tint val="40000"/>
            <a:alpha val="90000"/>
            <a:hueOff val="0"/>
            <a:satOff val="0"/>
            <a:lumOff val="0"/>
            <a:alphaOff val="0"/>
          </a:schemeClr>
        </a:solidFill>
        <a:ln w="19050" cap="rnd" cmpd="sng" algn="ctr">
          <a:solidFill>
            <a:schemeClr val="accent5">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8792058" y="2300956"/>
        <a:ext cx="198613" cy="2717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A5B49B-2AF7-4752-B3B1-514B9589F119}">
      <dsp:nvSpPr>
        <dsp:cNvPr id="0" name=""/>
        <dsp:cNvSpPr/>
      </dsp:nvSpPr>
      <dsp:spPr>
        <a:xfrm>
          <a:off x="0" y="0"/>
          <a:ext cx="9625383"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FE2C117-60E4-474C-BCE3-DB8FB2896A8D}">
      <dsp:nvSpPr>
        <dsp:cNvPr id="0" name=""/>
        <dsp:cNvSpPr/>
      </dsp:nvSpPr>
      <dsp:spPr>
        <a:xfrm>
          <a:off x="0" y="0"/>
          <a:ext cx="9625383" cy="1543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a:t>NetworkMiner is a valuable network investigation tool that can recover hidden or deleted evidence from network traffic.</a:t>
          </a:r>
          <a:endParaRPr lang="en-US" sz="1700" kern="1200"/>
        </a:p>
      </dsp:txBody>
      <dsp:txXfrm>
        <a:off x="0" y="0"/>
        <a:ext cx="9625383" cy="1543230"/>
      </dsp:txXfrm>
    </dsp:sp>
    <dsp:sp modelId="{9A8F6E0E-8E6D-4438-B09B-889DE8DDCE7D}">
      <dsp:nvSpPr>
        <dsp:cNvPr id="0" name=""/>
        <dsp:cNvSpPr/>
      </dsp:nvSpPr>
      <dsp:spPr>
        <a:xfrm>
          <a:off x="0" y="1543230"/>
          <a:ext cx="9625383" cy="0"/>
        </a:xfrm>
        <a:prstGeom prst="line">
          <a:avLst/>
        </a:prstGeom>
        <a:solidFill>
          <a:schemeClr val="dk2">
            <a:hueOff val="0"/>
            <a:satOff val="0"/>
            <a:lumOff val="0"/>
            <a:alphaOff val="0"/>
          </a:schemeClr>
        </a:solidFill>
        <a:ln w="19050" cap="rnd" cmpd="sng"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75BFC45-43D9-4166-B6A2-48287ED00BDF}">
      <dsp:nvSpPr>
        <dsp:cNvPr id="0" name=""/>
        <dsp:cNvSpPr/>
      </dsp:nvSpPr>
      <dsp:spPr>
        <a:xfrm>
          <a:off x="0" y="1543230"/>
          <a:ext cx="9625383" cy="1543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4770" tIns="64770" rIns="64770" bIns="64770" numCol="1" spcCol="1270" anchor="t" anchorCtr="0">
          <a:noAutofit/>
        </a:bodyPr>
        <a:lstStyle/>
        <a:p>
          <a:pPr marL="0" lvl="0" indent="0" algn="l" defTabSz="755650">
            <a:lnSpc>
              <a:spcPct val="90000"/>
            </a:lnSpc>
            <a:spcBef>
              <a:spcPct val="0"/>
            </a:spcBef>
            <a:spcAft>
              <a:spcPct val="35000"/>
            </a:spcAft>
            <a:buNone/>
          </a:pPr>
          <a:r>
            <a:rPr lang="en-US" sz="1700" b="1" kern="1200" dirty="0"/>
            <a:t>Its ease of use and real-world applicability make it an essential tool in modern digital investigations.</a:t>
          </a:r>
        </a:p>
        <a:p>
          <a:pPr marL="0" lvl="0" indent="0" algn="l" defTabSz="755650">
            <a:lnSpc>
              <a:spcPct val="90000"/>
            </a:lnSpc>
            <a:spcBef>
              <a:spcPct val="0"/>
            </a:spcBef>
            <a:spcAft>
              <a:spcPct val="35000"/>
            </a:spcAft>
            <a:buNone/>
          </a:pPr>
          <a:endParaRPr lang="en-US" sz="1700" kern="1200" dirty="0"/>
        </a:p>
        <a:p>
          <a:pPr marL="0" lvl="0" indent="0" algn="l" defTabSz="755650">
            <a:lnSpc>
              <a:spcPct val="90000"/>
            </a:lnSpc>
            <a:spcBef>
              <a:spcPct val="0"/>
            </a:spcBef>
            <a:spcAft>
              <a:spcPct val="35000"/>
            </a:spcAft>
            <a:buNone/>
          </a:pPr>
          <a:r>
            <a:rPr lang="en-US" sz="1700" b="1" i="0" kern="1200" dirty="0"/>
            <a:t>Network Miner will be in my forensic toolbox because it can recover hidden evidence from network traffic without changing the original data.</a:t>
          </a:r>
          <a:endParaRPr lang="en-US" sz="1700" kern="1200" dirty="0"/>
        </a:p>
      </dsp:txBody>
      <dsp:txXfrm>
        <a:off x="0" y="1543230"/>
        <a:ext cx="9625383" cy="154323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00EC7B-34D5-44E6-B784-69B7BB879D92}">
      <dsp:nvSpPr>
        <dsp:cNvPr id="0" name=""/>
        <dsp:cNvSpPr/>
      </dsp:nvSpPr>
      <dsp:spPr>
        <a:xfrm>
          <a:off x="193985" y="480115"/>
          <a:ext cx="800766" cy="8007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EBCB8A-2924-445F-B56E-49EDA4FFD746}">
      <dsp:nvSpPr>
        <dsp:cNvPr id="0" name=""/>
        <dsp:cNvSpPr/>
      </dsp:nvSpPr>
      <dsp:spPr>
        <a:xfrm>
          <a:off x="362146" y="648275"/>
          <a:ext cx="464444" cy="4644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904ECF6-C305-419B-A020-FC1A7105B35E}">
      <dsp:nvSpPr>
        <dsp:cNvPr id="0" name=""/>
        <dsp:cNvSpPr/>
      </dsp:nvSpPr>
      <dsp:spPr>
        <a:xfrm>
          <a:off x="1166344" y="480115"/>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Netresec. (2024) </a:t>
          </a:r>
          <a:r>
            <a:rPr lang="en-US" sz="1200" b="0" i="1" kern="1200"/>
            <a:t>NetworkMiner Official Tool Documentation</a:t>
          </a:r>
          <a:r>
            <a:rPr lang="en-US" sz="1200" b="0" i="0" kern="1200"/>
            <a:t>.</a:t>
          </a:r>
          <a:endParaRPr lang="en-US" sz="1200" kern="1200"/>
        </a:p>
      </dsp:txBody>
      <dsp:txXfrm>
        <a:off x="1166344" y="480115"/>
        <a:ext cx="1887520" cy="800766"/>
      </dsp:txXfrm>
    </dsp:sp>
    <dsp:sp modelId="{D5F0E60C-810F-4023-ADF1-884E78614866}">
      <dsp:nvSpPr>
        <dsp:cNvPr id="0" name=""/>
        <dsp:cNvSpPr/>
      </dsp:nvSpPr>
      <dsp:spPr>
        <a:xfrm>
          <a:off x="3382751" y="480115"/>
          <a:ext cx="800766" cy="8007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3EF9BD-984B-4CBF-8D3E-B7A64A931F2A}">
      <dsp:nvSpPr>
        <dsp:cNvPr id="0" name=""/>
        <dsp:cNvSpPr/>
      </dsp:nvSpPr>
      <dsp:spPr>
        <a:xfrm>
          <a:off x="3550912" y="648275"/>
          <a:ext cx="464444" cy="4644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BF83BDF-20BE-4CD9-AD7C-2F15536C5E64}">
      <dsp:nvSpPr>
        <dsp:cNvPr id="0" name=""/>
        <dsp:cNvSpPr/>
      </dsp:nvSpPr>
      <dsp:spPr>
        <a:xfrm>
          <a:off x="4355110" y="480115"/>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Bejtlich, R. (2013) </a:t>
          </a:r>
          <a:r>
            <a:rPr lang="en-US" sz="1200" b="0" i="1" kern="1200"/>
            <a:t>The Practice of Network Security Monitoring</a:t>
          </a:r>
          <a:endParaRPr lang="en-US" sz="1200" kern="1200"/>
        </a:p>
      </dsp:txBody>
      <dsp:txXfrm>
        <a:off x="4355110" y="480115"/>
        <a:ext cx="1887520" cy="800766"/>
      </dsp:txXfrm>
    </dsp:sp>
    <dsp:sp modelId="{7B354FFC-C076-4335-835E-FDE150C733F9}">
      <dsp:nvSpPr>
        <dsp:cNvPr id="0" name=""/>
        <dsp:cNvSpPr/>
      </dsp:nvSpPr>
      <dsp:spPr>
        <a:xfrm>
          <a:off x="6571517" y="480115"/>
          <a:ext cx="800766" cy="8007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7CEF41A-248C-44C3-89C5-BEC246CAC9BE}">
      <dsp:nvSpPr>
        <dsp:cNvPr id="0" name=""/>
        <dsp:cNvSpPr/>
      </dsp:nvSpPr>
      <dsp:spPr>
        <a:xfrm>
          <a:off x="6739678" y="648275"/>
          <a:ext cx="464444" cy="4644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D34196BC-6F9A-49B5-85C7-A2CA5FC41F56}">
      <dsp:nvSpPr>
        <dsp:cNvPr id="0" name=""/>
        <dsp:cNvSpPr/>
      </dsp:nvSpPr>
      <dsp:spPr>
        <a:xfrm>
          <a:off x="7543876" y="480115"/>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Casey, E. (2011) </a:t>
          </a:r>
          <a:r>
            <a:rPr lang="en-US" sz="1200" b="0" i="1" kern="1200"/>
            <a:t>Digital Evidence and Computer Crime</a:t>
          </a:r>
          <a:r>
            <a:rPr lang="en-US" sz="1200" b="0" i="0" kern="1200"/>
            <a:t>. 3rd edn. Academic Press.</a:t>
          </a:r>
          <a:endParaRPr lang="en-US" sz="1200" kern="1200"/>
        </a:p>
      </dsp:txBody>
      <dsp:txXfrm>
        <a:off x="7543876" y="480115"/>
        <a:ext cx="1887520" cy="800766"/>
      </dsp:txXfrm>
    </dsp:sp>
    <dsp:sp modelId="{44018F69-6A5C-4568-BCFD-4447E55E860F}">
      <dsp:nvSpPr>
        <dsp:cNvPr id="0" name=""/>
        <dsp:cNvSpPr/>
      </dsp:nvSpPr>
      <dsp:spPr>
        <a:xfrm>
          <a:off x="193985" y="1805579"/>
          <a:ext cx="800766" cy="8007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C2869DE-E8EB-4513-A277-8DE935C15C8F}">
      <dsp:nvSpPr>
        <dsp:cNvPr id="0" name=""/>
        <dsp:cNvSpPr/>
      </dsp:nvSpPr>
      <dsp:spPr>
        <a:xfrm>
          <a:off x="362146" y="1973740"/>
          <a:ext cx="464444" cy="4644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FB108856-2376-4DDA-899A-4770D14201A9}">
      <dsp:nvSpPr>
        <dsp:cNvPr id="0" name=""/>
        <dsp:cNvSpPr/>
      </dsp:nvSpPr>
      <dsp:spPr>
        <a:xfrm>
          <a:off x="1166344" y="1805579"/>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dirty="0"/>
            <a:t>Wireshark Foundation. (2024) </a:t>
          </a:r>
          <a:r>
            <a:rPr lang="en-US" sz="1200" b="0" i="1" kern="1200" dirty="0"/>
            <a:t>Wireshark User Guide</a:t>
          </a:r>
          <a:endParaRPr lang="en-US" sz="1200" kern="1200" dirty="0"/>
        </a:p>
      </dsp:txBody>
      <dsp:txXfrm>
        <a:off x="1166344" y="1805579"/>
        <a:ext cx="1887520" cy="800766"/>
      </dsp:txXfrm>
    </dsp:sp>
    <dsp:sp modelId="{104D3600-5949-4DD1-BBE7-59E8C4C4ACA3}">
      <dsp:nvSpPr>
        <dsp:cNvPr id="0" name=""/>
        <dsp:cNvSpPr/>
      </dsp:nvSpPr>
      <dsp:spPr>
        <a:xfrm>
          <a:off x="3382751" y="1805579"/>
          <a:ext cx="800766" cy="800766"/>
        </a:xfrm>
        <a:prstGeom prst="ellipse">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B7FE81A-60F4-4DA8-B141-F2DB1CE58CC1}">
      <dsp:nvSpPr>
        <dsp:cNvPr id="0" name=""/>
        <dsp:cNvSpPr/>
      </dsp:nvSpPr>
      <dsp:spPr>
        <a:xfrm>
          <a:off x="3550912" y="1973740"/>
          <a:ext cx="464444" cy="46444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E3B7E95-F186-47EF-9238-357F400F8439}">
      <dsp:nvSpPr>
        <dsp:cNvPr id="0" name=""/>
        <dsp:cNvSpPr/>
      </dsp:nvSpPr>
      <dsp:spPr>
        <a:xfrm>
          <a:off x="4355110" y="1805579"/>
          <a:ext cx="1887520" cy="8007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100000"/>
            </a:lnSpc>
            <a:spcBef>
              <a:spcPct val="0"/>
            </a:spcBef>
            <a:spcAft>
              <a:spcPct val="35000"/>
            </a:spcAft>
            <a:buNone/>
          </a:pPr>
          <a:r>
            <a:rPr lang="en-US" sz="1200" b="0" i="0" kern="1200"/>
            <a:t>Garfinkel, S. (2010) </a:t>
          </a:r>
          <a:r>
            <a:rPr lang="en-US" sz="1200" b="0" i="1" kern="1200"/>
            <a:t>Digital Forensics Research: The Next 10 Years</a:t>
          </a:r>
          <a:r>
            <a:rPr lang="en-US" sz="1200" b="0" i="0" kern="1200"/>
            <a:t>. Digital Investigation Journal.</a:t>
          </a:r>
          <a:endParaRPr lang="en-US" sz="1200" kern="1200"/>
        </a:p>
      </dsp:txBody>
      <dsp:txXfrm>
        <a:off x="4355110" y="1805579"/>
        <a:ext cx="1887520" cy="80076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9.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10.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2373"/>
            <a:ext cx="12192000" cy="6867027"/>
            <a:chOff x="0" y="-2373"/>
            <a:chExt cx="12192000" cy="6867027"/>
          </a:xfrm>
        </p:grpSpPr>
        <p:sp>
          <p:nvSpPr>
            <p:cNvPr id="8" name="Rectangle 7"/>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1" name="Oval 10"/>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 name="Oval 11"/>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3" name="Oval 12"/>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Oval 13"/>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Oval 14"/>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9"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rot="5400000">
            <a:off x="10089390" y="1792223"/>
            <a:ext cx="990599" cy="304799"/>
          </a:xfrm>
        </p:spPr>
        <p:txBody>
          <a:bodyPr anchor="t"/>
          <a:lstStyle>
            <a:lvl1pPr algn="l">
              <a:defRPr b="0" i="0">
                <a:solidFill>
                  <a:schemeClr val="bg1"/>
                </a:solidFill>
              </a:defRPr>
            </a:lvl1pPr>
          </a:lstStyle>
          <a:p>
            <a:fld id="{D1D1EADE-8E88-4C7C-8AC5-FB148DE4940E}" type="datetime1">
              <a:rPr lang="en-US" smtClean="0"/>
              <a:t>4/24/2026</a:t>
            </a:fld>
            <a:endParaRPr lang="en-US"/>
          </a:p>
        </p:txBody>
      </p:sp>
      <p:sp>
        <p:nvSpPr>
          <p:cNvPr id="5" name="Footer Placeholder 4"/>
          <p:cNvSpPr>
            <a:spLocks noGrp="1"/>
          </p:cNvSpPr>
          <p:nvPr>
            <p:ph type="ftr" sz="quarter" idx="11"/>
          </p:nvPr>
        </p:nvSpPr>
        <p:spPr>
          <a:xfrm rot="5400000">
            <a:off x="8959592" y="3226820"/>
            <a:ext cx="3859795" cy="304801"/>
          </a:xfrm>
        </p:spPr>
        <p:txBody>
          <a:bodyPr/>
          <a:lstStyle>
            <a:lvl1pPr>
              <a:defRPr b="0" i="0">
                <a:solidFill>
                  <a:schemeClr val="bg1"/>
                </a:solidFill>
              </a:defRPr>
            </a:lvl1pPr>
          </a:lstStyle>
          <a:p>
            <a:endParaRPr lang="en-US" dirty="0"/>
          </a:p>
        </p:txBody>
      </p:sp>
      <p:sp>
        <p:nvSpPr>
          <p:cNvPr id="10" name="Rectangle 9"/>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12"/>
          </p:nvPr>
        </p:nvSpPr>
        <p:spPr>
          <a:xfrm>
            <a:off x="10351008" y="292608"/>
            <a:ext cx="838199" cy="767687"/>
          </a:xfrm>
        </p:spPr>
        <p:txBody>
          <a:bodyPr/>
          <a:lstStyle>
            <a:lvl1pPr>
              <a:defRPr sz="2800" b="0" i="0">
                <a:latin typeface="+mj-lt"/>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4341982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8961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13" name="Group 12"/>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2677645"/>
            <a:ext cx="4351023"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8" y="2677644"/>
            <a:ext cx="3755379" cy="2283823"/>
          </a:xfrm>
        </p:spPr>
        <p:txBody>
          <a:bodyPr anchor="ctr"/>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79410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9017121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0" y="3179762"/>
            <a:ext cx="4825159"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4/24/2026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063593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4/24/2026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50266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4/24/2026</a:t>
            </a:fld>
            <a:endParaRPr lang="en-US"/>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742128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14" name="Group 13"/>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Oval 15"/>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0"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295400"/>
            <a:ext cx="2793159"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5"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5" y="2895600"/>
            <a:ext cx="2793158" cy="3129279"/>
          </a:xfrm>
        </p:spPr>
        <p:txBody>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15" name="Rectangle 14"/>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733281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20" name="Group 19"/>
          <p:cNvGrpSpPr/>
          <p:nvPr/>
        </p:nvGrpSpPr>
        <p:grpSpPr>
          <a:xfrm>
            <a:off x="0" y="-2373"/>
            <a:ext cx="12192000" cy="6867027"/>
            <a:chOff x="0" y="-2373"/>
            <a:chExt cx="12192000" cy="6867027"/>
          </a:xfrm>
        </p:grpSpPr>
        <p:sp>
          <p:nvSpPr>
            <p:cNvPr id="12" name="Rectangle 11"/>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Rectangle 7"/>
            <p:cNvSpPr/>
            <p:nvPr/>
          </p:nvSpPr>
          <p:spPr>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0"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3907" y="1693332"/>
            <a:ext cx="3860260" cy="173566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5" y="3657600"/>
            <a:ext cx="3859212" cy="1371600"/>
          </a:xfrm>
        </p:spPr>
        <p:txBody>
          <a:bodyPr>
            <a:normAutofit/>
          </a:bodyPr>
          <a:lstStyle>
            <a:lvl1pPr marL="0" indent="0">
              <a:buNone/>
              <a:defRPr sz="14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1568003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8"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9"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6" y="4966674"/>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bwMode="gray">
          <a:xfrm>
            <a:off x="1154956" y="5536665"/>
            <a:ext cx="8825656" cy="493712"/>
          </a:xfrm>
        </p:spPr>
        <p:txBody>
          <a:bodyPr>
            <a:normAutofit/>
          </a:bodyPr>
          <a:lstStyle>
            <a:lvl1pPr marL="0" indent="0">
              <a:buNone/>
              <a:defRPr sz="1200">
                <a:solidFill>
                  <a:schemeClr val="accent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4/24/2026</a:t>
            </a:fld>
            <a:endParaRPr lang="en-US"/>
          </a:p>
        </p:txBody>
      </p:sp>
      <p:sp>
        <p:nvSpPr>
          <p:cNvPr id="6" name="Footer Placeholder 5"/>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06933564"/>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12" name="Group 11"/>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1063416"/>
            <a:ext cx="8825659" cy="1379755"/>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17001161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7" name="Group 6"/>
          <p:cNvGrpSpPr/>
          <p:nvPr/>
        </p:nvGrpSpPr>
        <p:grpSpPr>
          <a:xfrm>
            <a:off x="0" y="-2373"/>
            <a:ext cx="12192000" cy="6867027"/>
            <a:chOff x="0" y="-2373"/>
            <a:chExt cx="12192000" cy="6867027"/>
          </a:xfrm>
        </p:grpSpPr>
        <p:sp>
          <p:nvSpPr>
            <p:cNvPr id="15" name="Rectangle 14"/>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24"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6"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3" name="TextBox 12"/>
          <p:cNvSpPr txBox="1"/>
          <p:nvPr/>
        </p:nvSpPr>
        <p:spPr>
          <a:xfrm>
            <a:off x="9719438" y="2631815"/>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9" name="TextBox 8"/>
          <p:cNvSpPr txBox="1"/>
          <p:nvPr/>
        </p:nvSpPr>
        <p:spPr>
          <a:xfrm>
            <a:off x="898295" y="591093"/>
            <a:ext cx="801912" cy="1569660"/>
          </a:xfrm>
          <a:prstGeom prst="rect">
            <a:avLst/>
          </a:prstGeom>
          <a:noFill/>
        </p:spPr>
        <p:txBody>
          <a:bodyPr wrap="square" rtlCol="0">
            <a:spAutoFit/>
          </a:bodyPr>
          <a:lstStyle>
            <a:defPPr>
              <a:defRPr lang="en-US"/>
            </a:defPPr>
            <a:lvl1pPr algn="r">
              <a:defRPr sz="12200" b="0" i="0">
                <a:solidFill>
                  <a:schemeClr val="accent1"/>
                </a:solidFill>
                <a:latin typeface="Arial"/>
                <a:cs typeface="Arial"/>
              </a:defRPr>
            </a:lvl1pPr>
          </a:lstStyle>
          <a:p>
            <a:pPr lvl="0"/>
            <a:r>
              <a:rPr lang="en-US" sz="9600" dirty="0"/>
              <a:t>“</a:t>
            </a:r>
          </a:p>
        </p:txBody>
      </p:sp>
      <p:sp>
        <p:nvSpPr>
          <p:cNvPr id="2" name="Title 1"/>
          <p:cNvSpPr>
            <a:spLocks noGrp="1"/>
          </p:cNvSpPr>
          <p:nvPr>
            <p:ph type="title"/>
          </p:nvPr>
        </p:nvSpPr>
        <p:spPr>
          <a:xfrm>
            <a:off x="1581878" y="980517"/>
            <a:ext cx="8453906" cy="2698249"/>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25772" cy="342174"/>
          </a:xfrm>
        </p:spPr>
        <p:txBody>
          <a:bodyPr anchor="t">
            <a:normAutofit/>
          </a:bodyPr>
          <a:lstStyle>
            <a:lvl1pPr marL="0" indent="0">
              <a:buNone/>
              <a:defRPr lang="en-US" sz="1400" b="0" i="0" kern="1200" cap="small" dirty="0">
                <a:solidFill>
                  <a:schemeClr val="accent1"/>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32" name="Rectangle 3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3451242"/>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18" name="Group 17"/>
          <p:cNvGrpSpPr/>
          <p:nvPr/>
        </p:nvGrpSpPr>
        <p:grpSpPr>
          <a:xfrm>
            <a:off x="0" y="-2373"/>
            <a:ext cx="12192000" cy="6867027"/>
            <a:chOff x="0" y="-2373"/>
            <a:chExt cx="12192000" cy="6867027"/>
          </a:xfrm>
        </p:grpSpPr>
        <p:sp>
          <p:nvSpPr>
            <p:cNvPr id="10" name="Rectangle 9"/>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Oval 13"/>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33068"/>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12" name="Rectangle 1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04378540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17299"/>
            <a:ext cx="312916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4" y="3193561"/>
            <a:ext cx="3129168" cy="283349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2"/>
            <a:ext cx="314538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93561"/>
            <a:ext cx="3145380" cy="283349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6700" y="2617299"/>
            <a:ext cx="3161029" cy="576261"/>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6700" y="3193561"/>
            <a:ext cx="3164719" cy="28334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22" name="Straight Connector 21"/>
          <p:cNvCxnSpPr/>
          <p:nvPr/>
        </p:nvCxnSpPr>
        <p:spPr>
          <a:xfrm>
            <a:off x="440397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a:off x="7772401" y="2569633"/>
            <a:ext cx="0" cy="3492499"/>
          </a:xfrm>
          <a:prstGeom prst="line">
            <a:avLst/>
          </a:prstGeom>
          <a:ln w="12700" cmpd="sng">
            <a:solidFill>
              <a:schemeClr val="accent1">
                <a:alpha val="41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1BA835-12AC-4E8F-955A-EA3F4DE2791F}" type="datetime1">
              <a:rPr lang="en-US" smtClean="0"/>
              <a:t>4/24/2026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597704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2" y="4532845"/>
            <a:ext cx="30504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1334552"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3" y="5109107"/>
            <a:ext cx="3050437" cy="91794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72537" y="4532846"/>
            <a:ext cx="3046766" cy="651156"/>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4748463" y="2603500"/>
            <a:ext cx="2691241"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68865" y="5184002"/>
            <a:ext cx="3050438" cy="84305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3434" y="4532847"/>
            <a:ext cx="3050438" cy="651154"/>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3434" y="5184001"/>
            <a:ext cx="3050437" cy="843054"/>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388153" y="2603500"/>
            <a:ext cx="0" cy="3517594"/>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801905" y="2603500"/>
            <a:ext cx="0" cy="34925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E31BA835-12AC-4E8F-955A-EA3F4DE2791F}" type="datetime1">
              <a:rPr lang="en-US" smtClean="0"/>
              <a:t>4/24/2026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7220089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3" y="973668"/>
            <a:ext cx="8825660"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81449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19" name="Group 18"/>
          <p:cNvGrpSpPr/>
          <p:nvPr/>
        </p:nvGrpSpPr>
        <p:grpSpPr>
          <a:xfrm>
            <a:off x="0" y="-2373"/>
            <a:ext cx="12192000" cy="6867027"/>
            <a:chOff x="0" y="-2373"/>
            <a:chExt cx="12192000" cy="6867027"/>
          </a:xfrm>
        </p:grpSpPr>
        <p:sp>
          <p:nvSpPr>
            <p:cNvPr id="11" name="Rectangle 10"/>
            <p:cNvSpPr/>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Rectangle 7"/>
            <p:cNvSpPr/>
            <p:nvPr/>
          </p:nvSpPr>
          <p:spPr>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9"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76756" y="1278468"/>
            <a:ext cx="1413933" cy="4748589"/>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8"/>
            <a:ext cx="6247546"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4/24/2026</a:t>
            </a:fld>
            <a:endParaRPr lang="en-US"/>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314542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9" name="Group 8"/>
          <p:cNvGrpSpPr/>
          <p:nvPr/>
        </p:nvGrpSpPr>
        <p:grpSpPr>
          <a:xfrm>
            <a:off x="0" y="-2373"/>
            <a:ext cx="12192000" cy="6867027"/>
            <a:chOff x="0" y="-2373"/>
            <a:chExt cx="12192000" cy="6867027"/>
          </a:xfrm>
        </p:grpSpPr>
        <p:sp>
          <p:nvSpPr>
            <p:cNvPr id="26" name="Rectangle 25"/>
            <p:cNvSpPr/>
            <p:nvPr/>
          </p:nvSpPr>
          <p:spPr>
            <a:xfrm>
              <a:off x="0" y="0"/>
              <a:ext cx="12192000" cy="6858000"/>
            </a:xfrm>
            <a:prstGeom prst="rect">
              <a:avLst/>
            </a:prstGeom>
            <a:blipFill>
              <a:blip r:embed="rId19">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5" name="Oval 14"/>
            <p:cNvSpPr/>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Oval 15"/>
            <p:cNvSpPr/>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Oval 16"/>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Oval 17"/>
            <p:cNvSpPr/>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Oval 18"/>
            <p:cNvSpPr/>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20"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21"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2" name="Title Placeholder 1"/>
          <p:cNvSpPr>
            <a:spLocks noGrp="1"/>
          </p:cNvSpPr>
          <p:nvPr>
            <p:ph type="title"/>
          </p:nvPr>
        </p:nvSpPr>
        <p:spPr bwMode="gray">
          <a:xfrm>
            <a:off x="1154953"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5" y="2603500"/>
            <a:ext cx="8761412"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0938" y="6394061"/>
            <a:ext cx="990599" cy="304799"/>
          </a:xfrm>
          <a:prstGeom prst="rect">
            <a:avLst/>
          </a:prstGeom>
        </p:spPr>
        <p:txBody>
          <a:bodyPr vert="horz" lIns="91440" tIns="45720" rIns="91440" bIns="45720" rtlCol="0" anchor="t"/>
          <a:lstStyle>
            <a:lvl1pPr algn="r">
              <a:defRPr sz="1000" b="1" i="0">
                <a:solidFill>
                  <a:schemeClr val="accent1"/>
                </a:solidFill>
              </a:defRPr>
            </a:lvl1pPr>
          </a:lstStyle>
          <a:p>
            <a:fld id="{E31BA835-12AC-4E8F-955A-EA3F4DE2791F}" type="datetime1">
              <a:rPr lang="en-US" smtClean="0"/>
              <a:t>4/24/2026</a:t>
            </a:fld>
            <a:endParaRPr lang="en-US"/>
          </a:p>
        </p:txBody>
      </p:sp>
      <p:sp>
        <p:nvSpPr>
          <p:cNvPr id="5" name="Footer Placeholder 4"/>
          <p:cNvSpPr>
            <a:spLocks noGrp="1"/>
          </p:cNvSpPr>
          <p:nvPr>
            <p:ph type="ftr" sz="quarter" idx="3"/>
          </p:nvPr>
        </p:nvSpPr>
        <p:spPr>
          <a:xfrm>
            <a:off x="528358" y="6391838"/>
            <a:ext cx="3859795" cy="304801"/>
          </a:xfrm>
          <a:prstGeom prst="rect">
            <a:avLst/>
          </a:prstGeom>
        </p:spPr>
        <p:txBody>
          <a:bodyPr vert="horz" lIns="91440" tIns="45720" rIns="91440" bIns="45720" rtlCol="0" anchor="b"/>
          <a:lstStyle>
            <a:lvl1pPr algn="l">
              <a:defRPr sz="1000" b="1" i="0">
                <a:solidFill>
                  <a:schemeClr val="accent1"/>
                </a:solidFill>
                <a:latin typeface="+mn-lt"/>
              </a:defRPr>
            </a:lvl1pPr>
          </a:lstStyle>
          <a:p>
            <a:endParaRPr lang="en-US" dirty="0"/>
          </a:p>
        </p:txBody>
      </p:sp>
      <p:sp>
        <p:nvSpPr>
          <p:cNvPr id="22" name="Rectangle 21"/>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bg1"/>
                </a:solidFill>
                <a:latin typeface="+mn-lt"/>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2173816959"/>
      </p:ext>
    </p:extLst>
  </p:cSld>
  <p:clrMap bg1="lt1" tx1="dk1" bg2="lt2" tx2="dk2" accent1="accent1" accent2="accent2" accent3="accent3" accent4="accent4" accent5="accent5" accent6="accent6" hlink="hlink" folHlink="folHlink"/>
  <p:sldLayoutIdLst>
    <p:sldLayoutId id="2147484173" r:id="rId1"/>
    <p:sldLayoutId id="2147484174" r:id="rId2"/>
    <p:sldLayoutId id="2147484175" r:id="rId3"/>
    <p:sldLayoutId id="2147484176" r:id="rId4"/>
    <p:sldLayoutId id="2147484177" r:id="rId5"/>
    <p:sldLayoutId id="2147484178" r:id="rId6"/>
    <p:sldLayoutId id="2147484179" r:id="rId7"/>
    <p:sldLayoutId id="2147484180" r:id="rId8"/>
    <p:sldLayoutId id="2147484181" r:id="rId9"/>
    <p:sldLayoutId id="2147484182" r:id="rId10"/>
    <p:sldLayoutId id="2147484183" r:id="rId11"/>
    <p:sldLayoutId id="2147484184" r:id="rId12"/>
    <p:sldLayoutId id="2147484185" r:id="rId13"/>
    <p:sldLayoutId id="2147484186" r:id="rId14"/>
    <p:sldLayoutId id="2147484187" r:id="rId15"/>
    <p:sldLayoutId id="2147484188" r:id="rId16"/>
    <p:sldLayoutId id="214748418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2.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2.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E6BC8-4566-9D3B-388F-CC2DF4623627}"/>
              </a:ext>
            </a:extLst>
          </p:cNvPr>
          <p:cNvSpPr>
            <a:spLocks noGrp="1"/>
          </p:cNvSpPr>
          <p:nvPr>
            <p:ph type="ctrTitle"/>
          </p:nvPr>
        </p:nvSpPr>
        <p:spPr>
          <a:xfrm>
            <a:off x="5604552" y="871758"/>
            <a:ext cx="5825448" cy="3871143"/>
          </a:xfrm>
        </p:spPr>
        <p:txBody>
          <a:bodyPr>
            <a:normAutofit/>
          </a:bodyPr>
          <a:lstStyle/>
          <a:p>
            <a:r>
              <a:rPr lang="en-US"/>
              <a:t>Digital Forensic Analysis Using NetworkMiner</a:t>
            </a:r>
          </a:p>
        </p:txBody>
      </p:sp>
      <p:sp>
        <p:nvSpPr>
          <p:cNvPr id="3" name="Subtitle 2">
            <a:extLst>
              <a:ext uri="{FF2B5EF4-FFF2-40B4-BE49-F238E27FC236}">
                <a16:creationId xmlns:a16="http://schemas.microsoft.com/office/drawing/2014/main" id="{81D39EC3-08DC-6E16-6869-1758D84869C0}"/>
              </a:ext>
            </a:extLst>
          </p:cNvPr>
          <p:cNvSpPr>
            <a:spLocks noGrp="1"/>
          </p:cNvSpPr>
          <p:nvPr>
            <p:ph type="subTitle" idx="1"/>
          </p:nvPr>
        </p:nvSpPr>
        <p:spPr>
          <a:xfrm>
            <a:off x="5619964" y="4785543"/>
            <a:ext cx="5322013" cy="1005657"/>
          </a:xfrm>
        </p:spPr>
        <p:txBody>
          <a:bodyPr>
            <a:normAutofit/>
          </a:bodyPr>
          <a:lstStyle/>
          <a:p>
            <a:r>
              <a:rPr lang="en-US"/>
              <a:t>BHAWANA DHAMALA</a:t>
            </a:r>
            <a:endParaRPr lang="en-US" dirty="0"/>
          </a:p>
        </p:txBody>
      </p:sp>
      <p:pic>
        <p:nvPicPr>
          <p:cNvPr id="4" name="Picture 3">
            <a:extLst>
              <a:ext uri="{FF2B5EF4-FFF2-40B4-BE49-F238E27FC236}">
                <a16:creationId xmlns:a16="http://schemas.microsoft.com/office/drawing/2014/main" id="{92921F0E-B0CA-E640-6B62-68C9691B2531}"/>
              </a:ext>
            </a:extLst>
          </p:cNvPr>
          <p:cNvPicPr>
            <a:picLocks noChangeAspect="1"/>
          </p:cNvPicPr>
          <p:nvPr/>
        </p:nvPicPr>
        <p:blipFill>
          <a:blip r:embed="rId2"/>
          <a:srcRect l="33355" r="9755" b="-1"/>
          <a:stretch>
            <a:fillRect/>
          </a:stretch>
        </p:blipFill>
        <p:spPr>
          <a:xfrm>
            <a:off x="1" y="16788"/>
            <a:ext cx="4876799" cy="6857989"/>
          </a:xfrm>
          <a:prstGeom prst="rect">
            <a:avLst/>
          </a:prstGeom>
        </p:spPr>
      </p:pic>
    </p:spTree>
    <p:extLst>
      <p:ext uri="{BB962C8B-B14F-4D97-AF65-F5344CB8AC3E}">
        <p14:creationId xmlns:p14="http://schemas.microsoft.com/office/powerpoint/2010/main" val="2202177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8E5ED-CD11-C484-5B64-D6CC7F619C3F}"/>
              </a:ext>
            </a:extLst>
          </p:cNvPr>
          <p:cNvSpPr>
            <a:spLocks noGrp="1"/>
          </p:cNvSpPr>
          <p:nvPr>
            <p:ph type="title"/>
          </p:nvPr>
        </p:nvSpPr>
        <p:spPr/>
        <p:txBody>
          <a:bodyPr>
            <a:normAutofit/>
          </a:bodyPr>
          <a:lstStyle/>
          <a:p>
            <a:pPr>
              <a:lnSpc>
                <a:spcPct val="90000"/>
              </a:lnSpc>
            </a:pPr>
            <a:r>
              <a:rPr lang="en-US" sz="2400" b="1" dirty="0"/>
              <a:t>Introduction to Digital Forensics</a:t>
            </a:r>
          </a:p>
          <a:p>
            <a:pPr>
              <a:lnSpc>
                <a:spcPct val="90000"/>
              </a:lnSpc>
            </a:pPr>
            <a:r>
              <a:rPr lang="en-US" sz="1400" dirty="0"/>
              <a:t>Focuses on uncovering hidden network evidence when system data is unavailable.</a:t>
            </a:r>
          </a:p>
        </p:txBody>
      </p:sp>
      <p:sp>
        <p:nvSpPr>
          <p:cNvPr id="3" name="Content Placeholder 2">
            <a:extLst>
              <a:ext uri="{FF2B5EF4-FFF2-40B4-BE49-F238E27FC236}">
                <a16:creationId xmlns:a16="http://schemas.microsoft.com/office/drawing/2014/main" id="{264CCA84-BF04-E2AB-1D06-3AC4F587860A}"/>
              </a:ext>
            </a:extLst>
          </p:cNvPr>
          <p:cNvSpPr>
            <a:spLocks noGrp="1"/>
          </p:cNvSpPr>
          <p:nvPr>
            <p:ph idx="1"/>
          </p:nvPr>
        </p:nvSpPr>
        <p:spPr>
          <a:xfrm>
            <a:off x="1154954" y="2603500"/>
            <a:ext cx="6397313" cy="3416300"/>
          </a:xfrm>
        </p:spPr>
        <p:txBody>
          <a:bodyPr anchor="ctr">
            <a:normAutofit/>
          </a:bodyPr>
          <a:lstStyle/>
          <a:p>
            <a:pPr marL="0" indent="0">
              <a:lnSpc>
                <a:spcPct val="90000"/>
              </a:lnSpc>
              <a:buNone/>
            </a:pPr>
            <a:r>
              <a:rPr lang="en-US" sz="1500" b="1" dirty="0"/>
              <a:t>Digital forensics involves identifying, collecting, analyzing, and presenting digital evidence in a structured and legally acceptable manner.</a:t>
            </a:r>
          </a:p>
          <a:p>
            <a:pPr marL="0" indent="0">
              <a:lnSpc>
                <a:spcPct val="90000"/>
              </a:lnSpc>
              <a:buNone/>
            </a:pPr>
            <a:endParaRPr lang="en-US" sz="1500" dirty="0"/>
          </a:p>
          <a:p>
            <a:pPr marL="0" indent="0">
              <a:lnSpc>
                <a:spcPct val="90000"/>
              </a:lnSpc>
              <a:buNone/>
            </a:pPr>
            <a:r>
              <a:rPr lang="en-US" sz="1500" b="1" dirty="0"/>
              <a:t>This will help answer important questions.</a:t>
            </a:r>
            <a:endParaRPr lang="en-US" sz="1500" dirty="0"/>
          </a:p>
          <a:p>
            <a:pPr marL="0" indent="0">
              <a:lnSpc>
                <a:spcPct val="90000"/>
              </a:lnSpc>
              <a:buNone/>
            </a:pPr>
            <a:r>
              <a:rPr lang="en-US" sz="1500" b="1" dirty="0"/>
              <a:t>1. What happened?</a:t>
            </a:r>
            <a:endParaRPr lang="en-US" sz="1500" dirty="0"/>
          </a:p>
          <a:p>
            <a:pPr marL="0" indent="0">
              <a:lnSpc>
                <a:spcPct val="90000"/>
              </a:lnSpc>
              <a:buNone/>
            </a:pPr>
            <a:r>
              <a:rPr lang="en-US" sz="1500" b="1" dirty="0"/>
              <a:t>2. How did this happen?</a:t>
            </a:r>
            <a:endParaRPr lang="en-US" sz="1500" dirty="0"/>
          </a:p>
          <a:p>
            <a:pPr marL="0" indent="0">
              <a:lnSpc>
                <a:spcPct val="90000"/>
              </a:lnSpc>
              <a:buNone/>
            </a:pPr>
            <a:r>
              <a:rPr lang="en-US" sz="1500" b="1" dirty="0"/>
              <a:t>3. Who was responsible? </a:t>
            </a:r>
          </a:p>
          <a:p>
            <a:pPr marL="0" indent="0">
              <a:lnSpc>
                <a:spcPct val="90000"/>
              </a:lnSpc>
              <a:buNone/>
            </a:pPr>
            <a:endParaRPr lang="en-US" sz="1500" dirty="0"/>
          </a:p>
          <a:p>
            <a:pPr marL="0" indent="0">
              <a:lnSpc>
                <a:spcPct val="90000"/>
              </a:lnSpc>
              <a:buNone/>
            </a:pPr>
            <a:r>
              <a:rPr lang="en-US" sz="1500" b="1" dirty="0"/>
              <a:t>Network data is particularly valuable because it records activity even when local evidence has been removed.</a:t>
            </a:r>
          </a:p>
          <a:p>
            <a:pPr>
              <a:lnSpc>
                <a:spcPct val="90000"/>
              </a:lnSpc>
            </a:pPr>
            <a:endParaRPr lang="en-US" sz="1500" dirty="0"/>
          </a:p>
        </p:txBody>
      </p:sp>
      <p:pic>
        <p:nvPicPr>
          <p:cNvPr id="7" name="Graphic 6" descr="Finger Print">
            <a:extLst>
              <a:ext uri="{FF2B5EF4-FFF2-40B4-BE49-F238E27FC236}">
                <a16:creationId xmlns:a16="http://schemas.microsoft.com/office/drawing/2014/main" id="{4083BB65-9A56-1188-3B14-9F0D50189E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027013" y="2775951"/>
            <a:ext cx="3067163"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607004676"/>
      </p:ext>
    </p:extLst>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7AD16-85C5-65AF-31B2-8110F5AC1A46}"/>
              </a:ext>
            </a:extLst>
          </p:cNvPr>
          <p:cNvSpPr>
            <a:spLocks noGrp="1"/>
          </p:cNvSpPr>
          <p:nvPr>
            <p:ph type="title"/>
          </p:nvPr>
        </p:nvSpPr>
        <p:spPr/>
        <p:txBody>
          <a:bodyPr>
            <a:normAutofit/>
          </a:bodyPr>
          <a:lstStyle/>
          <a:p>
            <a:pPr>
              <a:lnSpc>
                <a:spcPct val="90000"/>
              </a:lnSpc>
            </a:pPr>
            <a:r>
              <a:rPr lang="en-US" sz="2400" b="1" dirty="0">
                <a:solidFill>
                  <a:srgbClr val="EBEBEB"/>
                </a:solidFill>
              </a:rPr>
              <a:t>Overview of Network Miner</a:t>
            </a:r>
          </a:p>
          <a:p>
            <a:pPr>
              <a:lnSpc>
                <a:spcPct val="90000"/>
              </a:lnSpc>
            </a:pPr>
            <a:r>
              <a:rPr lang="en-US" sz="1600" dirty="0"/>
              <a:t>Acts passively, ensuring that the original evidence remains intact</a:t>
            </a:r>
            <a:r>
              <a:rPr lang="en-US" sz="1600" dirty="0">
                <a:solidFill>
                  <a:srgbClr val="EBEBEB"/>
                </a:solidFill>
              </a:rPr>
              <a:t>.</a:t>
            </a:r>
          </a:p>
        </p:txBody>
      </p:sp>
      <p:graphicFrame>
        <p:nvGraphicFramePr>
          <p:cNvPr id="5" name="Content Placeholder 2">
            <a:extLst>
              <a:ext uri="{FF2B5EF4-FFF2-40B4-BE49-F238E27FC236}">
                <a16:creationId xmlns:a16="http://schemas.microsoft.com/office/drawing/2014/main" id="{583333BA-B42C-BDD6-169A-ED8CB30E8417}"/>
              </a:ext>
            </a:extLst>
          </p:cNvPr>
          <p:cNvGraphicFramePr>
            <a:graphicFrameLocks noGrp="1"/>
          </p:cNvGraphicFramePr>
          <p:nvPr>
            <p:ph idx="1"/>
            <p:extLst>
              <p:ext uri="{D42A27DB-BD31-4B8C-83A1-F6EECF244321}">
                <p14:modId xmlns:p14="http://schemas.microsoft.com/office/powerpoint/2010/main" val="904472591"/>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73202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CBFA3D-A527-5CB1-EFCC-CDA28B23E9B0}"/>
              </a:ext>
            </a:extLst>
          </p:cNvPr>
          <p:cNvSpPr>
            <a:spLocks noGrp="1"/>
          </p:cNvSpPr>
          <p:nvPr>
            <p:ph type="title"/>
          </p:nvPr>
        </p:nvSpPr>
        <p:spPr/>
        <p:txBody>
          <a:bodyPr>
            <a:normAutofit/>
          </a:bodyPr>
          <a:lstStyle/>
          <a:p>
            <a:r>
              <a:rPr lang="en-US" dirty="0">
                <a:solidFill>
                  <a:srgbClr val="EBEBEB"/>
                </a:solidFill>
              </a:rPr>
              <a:t>Purpose and Applicability</a:t>
            </a:r>
          </a:p>
        </p:txBody>
      </p:sp>
      <p:graphicFrame>
        <p:nvGraphicFramePr>
          <p:cNvPr id="11" name="Content Placeholder 2">
            <a:extLst>
              <a:ext uri="{FF2B5EF4-FFF2-40B4-BE49-F238E27FC236}">
                <a16:creationId xmlns:a16="http://schemas.microsoft.com/office/drawing/2014/main" id="{5E7B5689-557D-10F7-8968-60B23F771E68}"/>
              </a:ext>
            </a:extLst>
          </p:cNvPr>
          <p:cNvGraphicFramePr>
            <a:graphicFrameLocks noGrp="1"/>
          </p:cNvGraphicFramePr>
          <p:nvPr>
            <p:ph idx="1"/>
            <p:extLst>
              <p:ext uri="{D42A27DB-BD31-4B8C-83A1-F6EECF244321}">
                <p14:modId xmlns:p14="http://schemas.microsoft.com/office/powerpoint/2010/main" val="212550602"/>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6376595"/>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9E82A-12F6-1260-9F5A-7731E480494F}"/>
              </a:ext>
            </a:extLst>
          </p:cNvPr>
          <p:cNvSpPr>
            <a:spLocks noGrp="1"/>
          </p:cNvSpPr>
          <p:nvPr>
            <p:ph type="title"/>
          </p:nvPr>
        </p:nvSpPr>
        <p:spPr/>
        <p:txBody>
          <a:bodyPr>
            <a:normAutofit/>
          </a:bodyPr>
          <a:lstStyle/>
          <a:p>
            <a:pPr>
              <a:lnSpc>
                <a:spcPct val="90000"/>
              </a:lnSpc>
            </a:pPr>
            <a:r>
              <a:rPr lang="en-US" sz="2400" b="1" dirty="0">
                <a:solidFill>
                  <a:srgbClr val="EBEBEB"/>
                </a:solidFill>
              </a:rPr>
              <a:t>How the Tool Works</a:t>
            </a:r>
          </a:p>
          <a:p>
            <a:pPr>
              <a:lnSpc>
                <a:spcPct val="90000"/>
              </a:lnSpc>
            </a:pPr>
            <a:endParaRPr lang="en-US" sz="1400" dirty="0">
              <a:solidFill>
                <a:srgbClr val="EBEBEB"/>
              </a:solidFill>
            </a:endParaRPr>
          </a:p>
        </p:txBody>
      </p:sp>
      <p:graphicFrame>
        <p:nvGraphicFramePr>
          <p:cNvPr id="20" name="Content Placeholder 2">
            <a:extLst>
              <a:ext uri="{FF2B5EF4-FFF2-40B4-BE49-F238E27FC236}">
                <a16:creationId xmlns:a16="http://schemas.microsoft.com/office/drawing/2014/main" id="{A7808F66-5CFB-57BC-07BB-559A9729CA33}"/>
              </a:ext>
            </a:extLst>
          </p:cNvPr>
          <p:cNvGraphicFramePr>
            <a:graphicFrameLocks noGrp="1"/>
          </p:cNvGraphicFramePr>
          <p:nvPr>
            <p:ph idx="1"/>
            <p:extLst>
              <p:ext uri="{D42A27DB-BD31-4B8C-83A1-F6EECF244321}">
                <p14:modId xmlns:p14="http://schemas.microsoft.com/office/powerpoint/2010/main" val="690797088"/>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7986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23509-646C-996F-CE5C-067AD2F47EFE}"/>
              </a:ext>
            </a:extLst>
          </p:cNvPr>
          <p:cNvSpPr>
            <a:spLocks noGrp="1"/>
          </p:cNvSpPr>
          <p:nvPr>
            <p:ph type="title"/>
          </p:nvPr>
        </p:nvSpPr>
        <p:spPr/>
        <p:txBody>
          <a:bodyPr>
            <a:normAutofit/>
          </a:bodyPr>
          <a:lstStyle/>
          <a:p>
            <a:r>
              <a:rPr lang="en-US" dirty="0">
                <a:solidFill>
                  <a:srgbClr val="EBEBEB"/>
                </a:solidFill>
              </a:rPr>
              <a:t>Core Features</a:t>
            </a:r>
          </a:p>
        </p:txBody>
      </p:sp>
      <p:graphicFrame>
        <p:nvGraphicFramePr>
          <p:cNvPr id="9" name="Content Placeholder 2">
            <a:extLst>
              <a:ext uri="{FF2B5EF4-FFF2-40B4-BE49-F238E27FC236}">
                <a16:creationId xmlns:a16="http://schemas.microsoft.com/office/drawing/2014/main" id="{8D9705C8-8CDC-B534-CAA4-B480CFCB4E69}"/>
              </a:ext>
            </a:extLst>
          </p:cNvPr>
          <p:cNvGraphicFramePr>
            <a:graphicFrameLocks noGrp="1"/>
          </p:cNvGraphicFramePr>
          <p:nvPr>
            <p:ph idx="1"/>
            <p:extLst>
              <p:ext uri="{D42A27DB-BD31-4B8C-83A1-F6EECF244321}">
                <p14:modId xmlns:p14="http://schemas.microsoft.com/office/powerpoint/2010/main" val="3385635343"/>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25554160"/>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A12E3-2FBF-5783-5BC8-24369B9B04C7}"/>
              </a:ext>
            </a:extLst>
          </p:cNvPr>
          <p:cNvSpPr>
            <a:spLocks noGrp="1"/>
          </p:cNvSpPr>
          <p:nvPr>
            <p:ph type="title"/>
          </p:nvPr>
        </p:nvSpPr>
        <p:spPr/>
        <p:txBody>
          <a:bodyPr>
            <a:normAutofit/>
          </a:bodyPr>
          <a:lstStyle/>
          <a:p>
            <a:pPr>
              <a:lnSpc>
                <a:spcPct val="90000"/>
              </a:lnSpc>
            </a:pPr>
            <a:r>
              <a:rPr lang="en-US" sz="2400" b="1" dirty="0">
                <a:solidFill>
                  <a:srgbClr val="EBEBEB"/>
                </a:solidFill>
              </a:rPr>
              <a:t>Case Study Scenario </a:t>
            </a:r>
          </a:p>
          <a:p>
            <a:pPr>
              <a:lnSpc>
                <a:spcPct val="90000"/>
              </a:lnSpc>
            </a:pPr>
            <a:r>
              <a:rPr lang="en-US" sz="1400" dirty="0">
                <a:solidFill>
                  <a:srgbClr val="EBEBEB"/>
                </a:solidFill>
              </a:rPr>
              <a:t>Unusual activity identified during non-operational hours (e.g., early morning traffic spike).</a:t>
            </a:r>
          </a:p>
        </p:txBody>
      </p:sp>
      <p:graphicFrame>
        <p:nvGraphicFramePr>
          <p:cNvPr id="5" name="Content Placeholder 2">
            <a:extLst>
              <a:ext uri="{FF2B5EF4-FFF2-40B4-BE49-F238E27FC236}">
                <a16:creationId xmlns:a16="http://schemas.microsoft.com/office/drawing/2014/main" id="{89F4276E-6253-5856-36E5-31BEBB51612A}"/>
              </a:ext>
            </a:extLst>
          </p:cNvPr>
          <p:cNvGraphicFramePr>
            <a:graphicFrameLocks noGrp="1"/>
          </p:cNvGraphicFramePr>
          <p:nvPr>
            <p:ph idx="1"/>
            <p:extLst>
              <p:ext uri="{D42A27DB-BD31-4B8C-83A1-F6EECF244321}">
                <p14:modId xmlns:p14="http://schemas.microsoft.com/office/powerpoint/2010/main" val="632809578"/>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3380965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8EEF3F-96E3-7171-4103-FEE3F34FF04F}"/>
              </a:ext>
            </a:extLst>
          </p:cNvPr>
          <p:cNvSpPr>
            <a:spLocks noGrp="1"/>
          </p:cNvSpPr>
          <p:nvPr>
            <p:ph type="title"/>
          </p:nvPr>
        </p:nvSpPr>
        <p:spPr/>
        <p:txBody>
          <a:bodyPr>
            <a:normAutofit/>
          </a:bodyPr>
          <a:lstStyle/>
          <a:p>
            <a:pPr>
              <a:lnSpc>
                <a:spcPct val="90000"/>
              </a:lnSpc>
            </a:pPr>
            <a:r>
              <a:rPr lang="en-US" sz="2400" b="1" dirty="0">
                <a:solidFill>
                  <a:srgbClr val="EBEBEB"/>
                </a:solidFill>
              </a:rPr>
              <a:t>Investigation Approach</a:t>
            </a:r>
          </a:p>
          <a:p>
            <a:pPr>
              <a:lnSpc>
                <a:spcPct val="90000"/>
              </a:lnSpc>
            </a:pPr>
            <a:r>
              <a:rPr lang="en-US" sz="1600" dirty="0"/>
              <a:t>Tracked external connections to identify suspicious endpoints</a:t>
            </a:r>
            <a:r>
              <a:rPr lang="en-US" sz="1600" dirty="0">
                <a:solidFill>
                  <a:srgbClr val="EBEBEB"/>
                </a:solidFill>
              </a:rPr>
              <a:t>.</a:t>
            </a:r>
          </a:p>
        </p:txBody>
      </p:sp>
      <p:graphicFrame>
        <p:nvGraphicFramePr>
          <p:cNvPr id="43" name="Content Placeholder 2">
            <a:extLst>
              <a:ext uri="{FF2B5EF4-FFF2-40B4-BE49-F238E27FC236}">
                <a16:creationId xmlns:a16="http://schemas.microsoft.com/office/drawing/2014/main" id="{BA9983AB-DFCC-2AE9-AE41-0F10984111FF}"/>
              </a:ext>
            </a:extLst>
          </p:cNvPr>
          <p:cNvGraphicFramePr>
            <a:graphicFrameLocks noGrp="1"/>
          </p:cNvGraphicFramePr>
          <p:nvPr>
            <p:ph idx="1"/>
            <p:extLst>
              <p:ext uri="{D42A27DB-BD31-4B8C-83A1-F6EECF244321}">
                <p14:modId xmlns:p14="http://schemas.microsoft.com/office/powerpoint/2010/main" val="1726427776"/>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0763604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60" name="Group 59">
            <a:extLst>
              <a:ext uri="{FF2B5EF4-FFF2-40B4-BE49-F238E27FC236}">
                <a16:creationId xmlns:a16="http://schemas.microsoft.com/office/drawing/2014/main" id="{CD950F15-6D99-47E2-B154-2C00E88EA17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2373"/>
            <a:ext cx="12192000" cy="6867027"/>
            <a:chOff x="0" y="-2373"/>
            <a:chExt cx="12192000" cy="6867027"/>
          </a:xfrm>
        </p:grpSpPr>
        <p:sp>
          <p:nvSpPr>
            <p:cNvPr id="61" name="Rectangle 60">
              <a:extLst>
                <a:ext uri="{FF2B5EF4-FFF2-40B4-BE49-F238E27FC236}">
                  <a16:creationId xmlns:a16="http://schemas.microsoft.com/office/drawing/2014/main" id="{1A14C901-D8C8-4CD1-AAA5-1A817CF01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2000"/>
                    <a:hueMod val="108000"/>
                    <a:satMod val="164000"/>
                    <a:lumMod val="69000"/>
                  </a:schemeClr>
                  <a:schemeClr val="dk2">
                    <a:tint val="96000"/>
                    <a:hueMod val="90000"/>
                    <a:satMod val="130000"/>
                    <a:lumMod val="134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62" name="Oval 61">
              <a:extLst>
                <a:ext uri="{FF2B5EF4-FFF2-40B4-BE49-F238E27FC236}">
                  <a16:creationId xmlns:a16="http://schemas.microsoft.com/office/drawing/2014/main" id="{197C4951-D8F5-46FB-8B71-688125345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220" y="2667000"/>
              <a:ext cx="4191000" cy="4191000"/>
            </a:xfrm>
            <a:prstGeom prst="ellipse">
              <a:avLst/>
            </a:prstGeom>
            <a:gradFill flip="none" rotWithShape="1">
              <a:gsLst>
                <a:gs pos="0">
                  <a:schemeClr val="bg2">
                    <a:lumMod val="40000"/>
                    <a:lumOff val="60000"/>
                    <a:alpha val="11000"/>
                  </a:schemeClr>
                </a:gs>
                <a:gs pos="75000">
                  <a:schemeClr val="bg2">
                    <a:lumMod val="40000"/>
                    <a:lumOff val="60000"/>
                    <a:alpha val="0"/>
                  </a:schemeClr>
                </a:gs>
                <a:gs pos="36000">
                  <a:schemeClr val="bg2">
                    <a:lumMod val="40000"/>
                    <a:lumOff val="6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3" name="Oval 62">
              <a:extLst>
                <a:ext uri="{FF2B5EF4-FFF2-40B4-BE49-F238E27FC236}">
                  <a16:creationId xmlns:a16="http://schemas.microsoft.com/office/drawing/2014/main" id="{F86A28D8-A49D-4FCF-A23D-E67EB998D2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750" y="2895600"/>
              <a:ext cx="2362200" cy="2362200"/>
            </a:xfrm>
            <a:prstGeom prst="ellipse">
              <a:avLst/>
            </a:prstGeom>
            <a:gradFill flip="none" rotWithShape="1">
              <a:gsLst>
                <a:gs pos="0">
                  <a:schemeClr val="bg2">
                    <a:lumMod val="40000"/>
                    <a:lumOff val="60000"/>
                    <a:alpha val="8000"/>
                  </a:schemeClr>
                </a:gs>
                <a:gs pos="72000">
                  <a:schemeClr val="bg2">
                    <a:lumMod val="40000"/>
                    <a:lumOff val="60000"/>
                    <a:alpha val="0"/>
                  </a:schemeClr>
                </a:gs>
                <a:gs pos="36000">
                  <a:schemeClr val="bg2">
                    <a:lumMod val="40000"/>
                    <a:lumOff val="6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4" name="Oval 63">
              <a:extLst>
                <a:ext uri="{FF2B5EF4-FFF2-40B4-BE49-F238E27FC236}">
                  <a16:creationId xmlns:a16="http://schemas.microsoft.com/office/drawing/2014/main" id="{E5457A18-54B4-4D19-8822-970FB0CF61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5" name="Oval 64">
              <a:extLst>
                <a:ext uri="{FF2B5EF4-FFF2-40B4-BE49-F238E27FC236}">
                  <a16:creationId xmlns:a16="http://schemas.microsoft.com/office/drawing/2014/main" id="{2FD1E74F-5193-4410-8D57-F2F44EDBC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999412" y="-2373"/>
              <a:ext cx="1600200" cy="1600200"/>
            </a:xfrm>
            <a:prstGeom prst="ellipse">
              <a:avLst/>
            </a:prstGeom>
            <a:gradFill flip="none" rotWithShape="1">
              <a:gsLst>
                <a:gs pos="0">
                  <a:schemeClr val="bg2">
                    <a:lumMod val="40000"/>
                    <a:lumOff val="60000"/>
                    <a:alpha val="14000"/>
                  </a:schemeClr>
                </a:gs>
                <a:gs pos="73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6" name="Oval 65">
              <a:extLst>
                <a:ext uri="{FF2B5EF4-FFF2-40B4-BE49-F238E27FC236}">
                  <a16:creationId xmlns:a16="http://schemas.microsoft.com/office/drawing/2014/main" id="{3A60DA7D-DF3C-42E6-B8E7-CA05113A2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609012" y="5874054"/>
              <a:ext cx="990600" cy="990600"/>
            </a:xfrm>
            <a:prstGeom prst="ellipse">
              <a:avLst/>
            </a:prstGeom>
            <a:gradFill flip="none" rotWithShape="1">
              <a:gsLst>
                <a:gs pos="0">
                  <a:schemeClr val="bg2">
                    <a:lumMod val="40000"/>
                    <a:lumOff val="60000"/>
                    <a:alpha val="14000"/>
                  </a:schemeClr>
                </a:gs>
                <a:gs pos="66000">
                  <a:schemeClr val="bg2">
                    <a:lumMod val="40000"/>
                    <a:lumOff val="60000"/>
                    <a:alpha val="0"/>
                  </a:schemeClr>
                </a:gs>
                <a:gs pos="36000">
                  <a:schemeClr val="bg2">
                    <a:lumMod val="40000"/>
                    <a:lumOff val="6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67" name="Freeform 5">
              <a:extLst>
                <a:ext uri="{FF2B5EF4-FFF2-40B4-BE49-F238E27FC236}">
                  <a16:creationId xmlns:a16="http://schemas.microsoft.com/office/drawing/2014/main" id="{49DD32C2-73A0-44F9-A340-1E4DBD521351}"/>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grpSp>
      <p:sp>
        <p:nvSpPr>
          <p:cNvPr id="69" name="Rectangle 68">
            <a:extLst>
              <a:ext uri="{FF2B5EF4-FFF2-40B4-BE49-F238E27FC236}">
                <a16:creationId xmlns:a16="http://schemas.microsoft.com/office/drawing/2014/main" id="{4FE4FEFB-1CF6-42E6-A494-7745875401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1" name="Rectangle 70">
            <a:extLst>
              <a:ext uri="{FF2B5EF4-FFF2-40B4-BE49-F238E27FC236}">
                <a16:creationId xmlns:a16="http://schemas.microsoft.com/office/drawing/2014/main" id="{96CE3EAE-806C-4E7B-A488-8767521770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108000"/>
                  <a:satMod val="164000"/>
                  <a:lumMod val="74000"/>
                </a:schemeClr>
                <a:schemeClr val="dk2">
                  <a:tint val="96000"/>
                  <a:hueMod val="88000"/>
                  <a:satMod val="140000"/>
                  <a:lumMod val="13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73" name="Oval 72">
            <a:extLst>
              <a:ext uri="{FF2B5EF4-FFF2-40B4-BE49-F238E27FC236}">
                <a16:creationId xmlns:a16="http://schemas.microsoft.com/office/drawing/2014/main" id="{834478A1-1CB1-4FD1-B6CC-D6830657A2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5" name="Oval 74">
            <a:extLst>
              <a:ext uri="{FF2B5EF4-FFF2-40B4-BE49-F238E27FC236}">
                <a16:creationId xmlns:a16="http://schemas.microsoft.com/office/drawing/2014/main" id="{4FE86CB6-F0BE-49A6-80C4-818FD4FCB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7" name="Freeform 5">
            <a:extLst>
              <a:ext uri="{FF2B5EF4-FFF2-40B4-BE49-F238E27FC236}">
                <a16:creationId xmlns:a16="http://schemas.microsoft.com/office/drawing/2014/main" id="{10407C14-94AC-4705-AA56-537871C308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0371525">
            <a:off x="263767" y="411712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n-US"/>
          </a:p>
        </p:txBody>
      </p:sp>
      <p:sp>
        <p:nvSpPr>
          <p:cNvPr id="79" name="Freeform 5">
            <a:extLst>
              <a:ext uri="{FF2B5EF4-FFF2-40B4-BE49-F238E27FC236}">
                <a16:creationId xmlns:a16="http://schemas.microsoft.com/office/drawing/2014/main" id="{F628C334-2D10-4CEE-BAEF-C9CFB49C98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0800000">
            <a:off x="457200" y="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txBody>
          <a:bodyPr/>
          <a:lstStyle/>
          <a:p>
            <a:endParaRPr lang="en-US"/>
          </a:p>
        </p:txBody>
      </p:sp>
      <p:sp>
        <p:nvSpPr>
          <p:cNvPr id="81" name="Freeform 5">
            <a:extLst>
              <a:ext uri="{FF2B5EF4-FFF2-40B4-BE49-F238E27FC236}">
                <a16:creationId xmlns:a16="http://schemas.microsoft.com/office/drawing/2014/main" id="{34F7D70F-5AAF-4272-AE65-4A2C73A135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n-US"/>
          </a:p>
        </p:txBody>
      </p:sp>
      <p:sp>
        <p:nvSpPr>
          <p:cNvPr id="2" name="Title 1">
            <a:extLst>
              <a:ext uri="{FF2B5EF4-FFF2-40B4-BE49-F238E27FC236}">
                <a16:creationId xmlns:a16="http://schemas.microsoft.com/office/drawing/2014/main" id="{108AD60F-62C4-41E6-D202-A114424F5775}"/>
              </a:ext>
            </a:extLst>
          </p:cNvPr>
          <p:cNvSpPr>
            <a:spLocks noGrp="1"/>
          </p:cNvSpPr>
          <p:nvPr>
            <p:ph type="title"/>
          </p:nvPr>
        </p:nvSpPr>
        <p:spPr>
          <a:xfrm>
            <a:off x="649975" y="4701482"/>
            <a:ext cx="10893095" cy="1507281"/>
          </a:xfrm>
        </p:spPr>
        <p:txBody>
          <a:bodyPr vert="horz" lIns="91440" tIns="45720" rIns="91440" bIns="45720" rtlCol="0" anchor="b">
            <a:normAutofit/>
          </a:bodyPr>
          <a:lstStyle/>
          <a:p>
            <a:pPr>
              <a:lnSpc>
                <a:spcPct val="90000"/>
              </a:lnSpc>
            </a:pPr>
            <a:r>
              <a:rPr lang="en-US" sz="2400" b="1" dirty="0"/>
              <a:t>Tool Demonstration </a:t>
            </a:r>
            <a:br>
              <a:rPr lang="en-US" sz="2400" dirty="0"/>
            </a:br>
            <a:r>
              <a:rPr lang="en-US" sz="1600" dirty="0"/>
              <a:t>PCAP files were analyzed using Network Miner to identify communications between internal hosts and external servers. The scan revealed file transfer activity, indicating a potential data breach</a:t>
            </a:r>
            <a:r>
              <a:rPr lang="en-US" b="1" dirty="0"/>
              <a:t>.</a:t>
            </a:r>
            <a:br>
              <a:rPr lang="en-US" sz="2400" dirty="0"/>
            </a:br>
            <a:endParaRPr lang="en-US" sz="2400" dirty="0"/>
          </a:p>
        </p:txBody>
      </p:sp>
      <p:pic>
        <p:nvPicPr>
          <p:cNvPr id="55" name="Picture 54">
            <a:extLst>
              <a:ext uri="{FF2B5EF4-FFF2-40B4-BE49-F238E27FC236}">
                <a16:creationId xmlns:a16="http://schemas.microsoft.com/office/drawing/2014/main" id="{A82F92CC-956F-60C5-D392-C9CCEE3B0E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110" y="1070268"/>
            <a:ext cx="5448111" cy="2247345"/>
          </a:xfrm>
          <a:prstGeom prst="roundRect">
            <a:avLst>
              <a:gd name="adj" fmla="val 1858"/>
            </a:avLst>
          </a:prstGeom>
          <a:effectLst/>
        </p:spPr>
      </p:pic>
      <p:pic>
        <p:nvPicPr>
          <p:cNvPr id="53" name="Content Placeholder 52">
            <a:extLst>
              <a:ext uri="{FF2B5EF4-FFF2-40B4-BE49-F238E27FC236}">
                <a16:creationId xmlns:a16="http://schemas.microsoft.com/office/drawing/2014/main" id="{0BDEA618-3772-B717-B522-8B83EEF83EE6}"/>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6172946" y="659068"/>
            <a:ext cx="5370123" cy="3087820"/>
          </a:xfrm>
          <a:prstGeom prst="roundRect">
            <a:avLst>
              <a:gd name="adj" fmla="val 1858"/>
            </a:avLst>
          </a:prstGeom>
          <a:effectLst/>
        </p:spPr>
      </p:pic>
      <p:sp>
        <p:nvSpPr>
          <p:cNvPr id="83" name="Rectangle 82">
            <a:extLst>
              <a:ext uri="{FF2B5EF4-FFF2-40B4-BE49-F238E27FC236}">
                <a16:creationId xmlns:a16="http://schemas.microsoft.com/office/drawing/2014/main" id="{6DF9B5BE-F531-4301-81F9-7BEBF4E71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716471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136CA-1589-B4D4-7D0D-14180B9A2E53}"/>
              </a:ext>
            </a:extLst>
          </p:cNvPr>
          <p:cNvSpPr>
            <a:spLocks noGrp="1"/>
          </p:cNvSpPr>
          <p:nvPr>
            <p:ph type="title"/>
          </p:nvPr>
        </p:nvSpPr>
        <p:spPr/>
        <p:txBody>
          <a:bodyPr>
            <a:normAutofit fontScale="90000"/>
          </a:bodyPr>
          <a:lstStyle/>
          <a:p>
            <a:pPr>
              <a:lnSpc>
                <a:spcPct val="90000"/>
              </a:lnSpc>
            </a:pPr>
            <a:r>
              <a:rPr lang="en-US" sz="2400" b="1" dirty="0"/>
              <a:t>Findings and Evidence</a:t>
            </a:r>
          </a:p>
          <a:p>
            <a:pPr>
              <a:lnSpc>
                <a:spcPct val="90000"/>
              </a:lnSpc>
            </a:pPr>
            <a:r>
              <a:rPr lang="en-US" sz="1600" dirty="0"/>
              <a:t>The recovered session indicated a possible unauthorized file transfer to an external system..</a:t>
            </a:r>
          </a:p>
        </p:txBody>
      </p:sp>
      <p:sp>
        <p:nvSpPr>
          <p:cNvPr id="3" name="Content Placeholder 2">
            <a:extLst>
              <a:ext uri="{FF2B5EF4-FFF2-40B4-BE49-F238E27FC236}">
                <a16:creationId xmlns:a16="http://schemas.microsoft.com/office/drawing/2014/main" id="{B7AE4C08-F03F-953C-7ABD-311DDBF3CFB0}"/>
              </a:ext>
            </a:extLst>
          </p:cNvPr>
          <p:cNvSpPr>
            <a:spLocks noGrp="1"/>
          </p:cNvSpPr>
          <p:nvPr>
            <p:ph idx="1"/>
          </p:nvPr>
        </p:nvSpPr>
        <p:spPr>
          <a:xfrm>
            <a:off x="5980954" y="2603500"/>
            <a:ext cx="5211979" cy="3416300"/>
          </a:xfrm>
        </p:spPr>
        <p:txBody>
          <a:bodyPr anchor="ctr">
            <a:normAutofit fontScale="92500" lnSpcReduction="20000"/>
          </a:bodyPr>
          <a:lstStyle/>
          <a:p>
            <a:pPr marL="0" indent="0">
              <a:buNone/>
            </a:pPr>
            <a:r>
              <a:rPr lang="en-US" b="1" dirty="0"/>
              <a:t>1. </a:t>
            </a:r>
            <a:r>
              <a:rPr lang="en-US" dirty="0"/>
              <a:t>Analysis of network traffic revealed file transfer activity to external IP addresses, indicating possible data theft.</a:t>
            </a:r>
          </a:p>
          <a:p>
            <a:pPr marL="0" indent="0">
              <a:buNone/>
            </a:pPr>
            <a:r>
              <a:rPr lang="en-US" b="1" dirty="0"/>
              <a:t>2. </a:t>
            </a:r>
            <a:r>
              <a:rPr lang="en-US" dirty="0"/>
              <a:t>A sensitive file named Client_list_confidential.xlsx was detected in the network traffic.</a:t>
            </a:r>
          </a:p>
          <a:p>
            <a:pPr marL="0" indent="0">
              <a:buNone/>
            </a:pPr>
            <a:r>
              <a:rPr lang="en-US" b="1" dirty="0"/>
              <a:t>3. </a:t>
            </a:r>
            <a:r>
              <a:rPr lang="en-US" dirty="0"/>
              <a:t>Activity occurred outside working hours, indicating suspicious behavior around (7.58.05 am).</a:t>
            </a:r>
          </a:p>
          <a:p>
            <a:pPr marL="0" indent="0">
              <a:buNone/>
            </a:pPr>
            <a:r>
              <a:rPr lang="en-US" b="1" dirty="0"/>
              <a:t>5</a:t>
            </a:r>
            <a:r>
              <a:rPr lang="en-US" dirty="0"/>
              <a:t>. User related information (</a:t>
            </a:r>
            <a:r>
              <a:rPr lang="en-US" dirty="0" err="1"/>
              <a:t>finance.user</a:t>
            </a:r>
            <a:r>
              <a:rPr lang="en-US" dirty="0"/>
              <a:t>) was observed during the transmission.</a:t>
            </a:r>
          </a:p>
          <a:p>
            <a:pPr marL="0" indent="0">
              <a:buNone/>
            </a:pPr>
            <a:r>
              <a:rPr lang="en-US" b="1" dirty="0"/>
              <a:t>6</a:t>
            </a:r>
            <a:r>
              <a:rPr lang="en-US" dirty="0"/>
              <a:t>. The data transfer was performed using HTTP protocol.</a:t>
            </a:r>
          </a:p>
        </p:txBody>
      </p:sp>
      <p:pic>
        <p:nvPicPr>
          <p:cNvPr id="5" name="Picture 4" descr="Magnifying glass showing decling performance">
            <a:extLst>
              <a:ext uri="{FF2B5EF4-FFF2-40B4-BE49-F238E27FC236}">
                <a16:creationId xmlns:a16="http://schemas.microsoft.com/office/drawing/2014/main" id="{26984929-CB1D-B299-004A-9AE9A8FE3606}"/>
              </a:ext>
            </a:extLst>
          </p:cNvPr>
          <p:cNvPicPr>
            <a:picLocks noChangeAspect="1"/>
          </p:cNvPicPr>
          <p:nvPr/>
        </p:nvPicPr>
        <p:blipFill>
          <a:blip r:embed="rId2"/>
          <a:srcRect r="5444" b="4"/>
          <a:stretch>
            <a:fillRect/>
          </a:stretch>
        </p:blipFill>
        <p:spPr>
          <a:xfrm>
            <a:off x="1151467" y="2775951"/>
            <a:ext cx="4345024" cy="3067163"/>
          </a:xfrm>
          <a:prstGeom prst="roundRect">
            <a:avLst>
              <a:gd name="adj" fmla="val 1858"/>
            </a:avLst>
          </a:prstGeom>
          <a:effectLst>
            <a:outerShdw blurRad="50800" dist="50800" dir="5400000" algn="tl" rotWithShape="0">
              <a:srgbClr val="000000">
                <a:alpha val="43000"/>
              </a:srgbClr>
            </a:outerShdw>
          </a:effectLst>
        </p:spPr>
      </p:pic>
    </p:spTree>
    <p:extLst>
      <p:ext uri="{BB962C8B-B14F-4D97-AF65-F5344CB8AC3E}">
        <p14:creationId xmlns:p14="http://schemas.microsoft.com/office/powerpoint/2010/main" val="139886088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90B68-14B2-ED91-1D1F-962DE0A97535}"/>
              </a:ext>
            </a:extLst>
          </p:cNvPr>
          <p:cNvSpPr>
            <a:spLocks noGrp="1"/>
          </p:cNvSpPr>
          <p:nvPr>
            <p:ph type="title"/>
          </p:nvPr>
        </p:nvSpPr>
        <p:spPr/>
        <p:txBody>
          <a:bodyPr>
            <a:normAutofit fontScale="90000"/>
          </a:bodyPr>
          <a:lstStyle/>
          <a:p>
            <a:pPr>
              <a:lnSpc>
                <a:spcPct val="90000"/>
              </a:lnSpc>
            </a:pPr>
            <a:r>
              <a:rPr lang="en-US" sz="2400" b="1" dirty="0">
                <a:solidFill>
                  <a:srgbClr val="EBEBEB"/>
                </a:solidFill>
              </a:rPr>
              <a:t>Forensic Interpretation</a:t>
            </a:r>
          </a:p>
          <a:p>
            <a:pPr>
              <a:lnSpc>
                <a:spcPct val="90000"/>
              </a:lnSpc>
            </a:pPr>
            <a:r>
              <a:rPr lang="en-US" sz="1600" dirty="0"/>
              <a:t>The observed trends are consistent with indicators of compromise, such as unusual timing and data flows</a:t>
            </a:r>
            <a:r>
              <a:rPr lang="en-US" sz="1400" dirty="0">
                <a:solidFill>
                  <a:srgbClr val="EBEBEB"/>
                </a:solidFill>
              </a:rPr>
              <a:t>.</a:t>
            </a:r>
          </a:p>
        </p:txBody>
      </p:sp>
      <p:graphicFrame>
        <p:nvGraphicFramePr>
          <p:cNvPr id="5" name="Content Placeholder 2">
            <a:extLst>
              <a:ext uri="{FF2B5EF4-FFF2-40B4-BE49-F238E27FC236}">
                <a16:creationId xmlns:a16="http://schemas.microsoft.com/office/drawing/2014/main" id="{7B7C4386-6DB6-3BA1-202C-7C628D4C08B3}"/>
              </a:ext>
            </a:extLst>
          </p:cNvPr>
          <p:cNvGraphicFramePr>
            <a:graphicFrameLocks noGrp="1"/>
          </p:cNvGraphicFramePr>
          <p:nvPr>
            <p:ph idx="1"/>
            <p:extLst>
              <p:ext uri="{D42A27DB-BD31-4B8C-83A1-F6EECF244321}">
                <p14:modId xmlns:p14="http://schemas.microsoft.com/office/powerpoint/2010/main" val="1370409237"/>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4478408"/>
      </p:ext>
    </p:extLst>
  </p:cSld>
  <p:clrMapOvr>
    <a:masterClrMapping/>
  </p:clrMapOvr>
  <p:transition spd="slow">
    <p:randomBar dir="vert"/>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3C5FDC7-A8E8-42DB-22B7-EDA110F59CFE}"/>
              </a:ext>
            </a:extLst>
          </p:cNvPr>
          <p:cNvSpPr>
            <a:spLocks noGrp="1"/>
          </p:cNvSpPr>
          <p:nvPr>
            <p:ph type="title"/>
          </p:nvPr>
        </p:nvSpPr>
        <p:spPr/>
        <p:txBody>
          <a:bodyPr/>
          <a:lstStyle/>
          <a:p>
            <a:r>
              <a:rPr lang="en-US" dirty="0"/>
              <a:t>Comparison with Alternatives</a:t>
            </a:r>
            <a:br>
              <a:rPr lang="en-US" dirty="0"/>
            </a:br>
            <a:endParaRPr lang="en-US" sz="1400" dirty="0"/>
          </a:p>
        </p:txBody>
      </p:sp>
      <p:sp>
        <p:nvSpPr>
          <p:cNvPr id="5" name="Text Placeholder 4">
            <a:extLst>
              <a:ext uri="{FF2B5EF4-FFF2-40B4-BE49-F238E27FC236}">
                <a16:creationId xmlns:a16="http://schemas.microsoft.com/office/drawing/2014/main" id="{DE093EA8-0B82-A42A-57AE-4E29F2FB035E}"/>
              </a:ext>
            </a:extLst>
          </p:cNvPr>
          <p:cNvSpPr>
            <a:spLocks noGrp="1"/>
          </p:cNvSpPr>
          <p:nvPr>
            <p:ph type="body" idx="1"/>
          </p:nvPr>
        </p:nvSpPr>
        <p:spPr/>
        <p:txBody>
          <a:bodyPr/>
          <a:lstStyle/>
          <a:p>
            <a:r>
              <a:rPr lang="en-US" dirty="0"/>
              <a:t>Tool</a:t>
            </a:r>
          </a:p>
        </p:txBody>
      </p:sp>
      <p:sp>
        <p:nvSpPr>
          <p:cNvPr id="8" name="Text Placeholder 7">
            <a:extLst>
              <a:ext uri="{FF2B5EF4-FFF2-40B4-BE49-F238E27FC236}">
                <a16:creationId xmlns:a16="http://schemas.microsoft.com/office/drawing/2014/main" id="{7E6EDAAB-72E7-129A-4055-041F3105B324}"/>
              </a:ext>
            </a:extLst>
          </p:cNvPr>
          <p:cNvSpPr>
            <a:spLocks noGrp="1"/>
          </p:cNvSpPr>
          <p:nvPr>
            <p:ph type="body" sz="half" idx="15"/>
          </p:nvPr>
        </p:nvSpPr>
        <p:spPr/>
        <p:txBody>
          <a:bodyPr/>
          <a:lstStyle/>
          <a:p>
            <a:r>
              <a:rPr lang="en-US" dirty="0"/>
              <a:t>Network Miner</a:t>
            </a:r>
          </a:p>
          <a:p>
            <a:r>
              <a:rPr lang="en-US" dirty="0"/>
              <a:t>Wireshark</a:t>
            </a:r>
          </a:p>
          <a:p>
            <a:r>
              <a:rPr lang="en-US" dirty="0" err="1"/>
              <a:t>Xplico</a:t>
            </a:r>
            <a:endParaRPr lang="en-US" dirty="0"/>
          </a:p>
          <a:p>
            <a:endParaRPr lang="en-US" dirty="0"/>
          </a:p>
          <a:p>
            <a:endParaRPr lang="en-US" dirty="0"/>
          </a:p>
          <a:p>
            <a:endParaRPr lang="en-US" dirty="0"/>
          </a:p>
          <a:p>
            <a:endParaRPr lang="en-US" dirty="0"/>
          </a:p>
          <a:p>
            <a:endParaRPr lang="en-US" dirty="0"/>
          </a:p>
        </p:txBody>
      </p:sp>
      <p:sp>
        <p:nvSpPr>
          <p:cNvPr id="6" name="Text Placeholder 5">
            <a:extLst>
              <a:ext uri="{FF2B5EF4-FFF2-40B4-BE49-F238E27FC236}">
                <a16:creationId xmlns:a16="http://schemas.microsoft.com/office/drawing/2014/main" id="{D9AB7AEC-60EC-C98D-8673-419AF8522751}"/>
              </a:ext>
            </a:extLst>
          </p:cNvPr>
          <p:cNvSpPr>
            <a:spLocks noGrp="1"/>
          </p:cNvSpPr>
          <p:nvPr>
            <p:ph type="body" sz="quarter" idx="3"/>
          </p:nvPr>
        </p:nvSpPr>
        <p:spPr/>
        <p:txBody>
          <a:bodyPr/>
          <a:lstStyle/>
          <a:p>
            <a:r>
              <a:rPr lang="en-US" dirty="0"/>
              <a:t>Strength</a:t>
            </a:r>
          </a:p>
        </p:txBody>
      </p:sp>
      <p:sp>
        <p:nvSpPr>
          <p:cNvPr id="9" name="Text Placeholder 8">
            <a:extLst>
              <a:ext uri="{FF2B5EF4-FFF2-40B4-BE49-F238E27FC236}">
                <a16:creationId xmlns:a16="http://schemas.microsoft.com/office/drawing/2014/main" id="{ED0E863C-2014-1FCB-E01F-CC362FA141D9}"/>
              </a:ext>
            </a:extLst>
          </p:cNvPr>
          <p:cNvSpPr>
            <a:spLocks noGrp="1"/>
          </p:cNvSpPr>
          <p:nvPr>
            <p:ph type="body" sz="half" idx="16"/>
          </p:nvPr>
        </p:nvSpPr>
        <p:spPr/>
        <p:txBody>
          <a:bodyPr>
            <a:normAutofit/>
          </a:bodyPr>
          <a:lstStyle/>
          <a:p>
            <a:r>
              <a:rPr lang="en-US" dirty="0"/>
              <a:t>Easy &amp; fast extraction</a:t>
            </a:r>
          </a:p>
          <a:p>
            <a:r>
              <a:rPr lang="en-US" dirty="0"/>
              <a:t>Deep packet analysis</a:t>
            </a:r>
          </a:p>
          <a:p>
            <a:r>
              <a:rPr lang="en-US" dirty="0"/>
              <a:t>Session reconstruction</a:t>
            </a:r>
          </a:p>
          <a:p>
            <a:endParaRPr lang="en-US" dirty="0"/>
          </a:p>
          <a:p>
            <a:endParaRPr lang="en-US" dirty="0"/>
          </a:p>
          <a:p>
            <a:endParaRPr lang="en-US" dirty="0"/>
          </a:p>
          <a:p>
            <a:endParaRPr lang="en-US" dirty="0"/>
          </a:p>
          <a:p>
            <a:endParaRPr lang="en-US" dirty="0"/>
          </a:p>
        </p:txBody>
      </p:sp>
      <p:sp>
        <p:nvSpPr>
          <p:cNvPr id="7" name="Text Placeholder 6">
            <a:extLst>
              <a:ext uri="{FF2B5EF4-FFF2-40B4-BE49-F238E27FC236}">
                <a16:creationId xmlns:a16="http://schemas.microsoft.com/office/drawing/2014/main" id="{DABAFBE5-4EBA-C1FD-5C45-AD0944D71747}"/>
              </a:ext>
            </a:extLst>
          </p:cNvPr>
          <p:cNvSpPr>
            <a:spLocks noGrp="1"/>
          </p:cNvSpPr>
          <p:nvPr>
            <p:ph type="body" sz="quarter" idx="13"/>
          </p:nvPr>
        </p:nvSpPr>
        <p:spPr/>
        <p:txBody>
          <a:bodyPr/>
          <a:lstStyle/>
          <a:p>
            <a:r>
              <a:rPr lang="en-US" dirty="0"/>
              <a:t>Limitation</a:t>
            </a:r>
          </a:p>
        </p:txBody>
      </p:sp>
      <p:sp>
        <p:nvSpPr>
          <p:cNvPr id="10" name="Text Placeholder 9">
            <a:extLst>
              <a:ext uri="{FF2B5EF4-FFF2-40B4-BE49-F238E27FC236}">
                <a16:creationId xmlns:a16="http://schemas.microsoft.com/office/drawing/2014/main" id="{37CBEAE3-FF4E-2A3B-5678-F75680EA988E}"/>
              </a:ext>
            </a:extLst>
          </p:cNvPr>
          <p:cNvSpPr>
            <a:spLocks noGrp="1"/>
          </p:cNvSpPr>
          <p:nvPr>
            <p:ph type="body" sz="half" idx="17"/>
          </p:nvPr>
        </p:nvSpPr>
        <p:spPr/>
        <p:txBody>
          <a:bodyPr/>
          <a:lstStyle/>
          <a:p>
            <a:r>
              <a:rPr lang="en-US" dirty="0"/>
              <a:t>Limited depth</a:t>
            </a:r>
          </a:p>
          <a:p>
            <a:r>
              <a:rPr lang="en-US" dirty="0"/>
              <a:t>Complex</a:t>
            </a:r>
          </a:p>
          <a:p>
            <a:r>
              <a:rPr lang="en-US" dirty="0"/>
              <a:t>Slower </a:t>
            </a:r>
          </a:p>
        </p:txBody>
      </p:sp>
      <p:sp>
        <p:nvSpPr>
          <p:cNvPr id="3" name="TextBox 2">
            <a:extLst>
              <a:ext uri="{FF2B5EF4-FFF2-40B4-BE49-F238E27FC236}">
                <a16:creationId xmlns:a16="http://schemas.microsoft.com/office/drawing/2014/main" id="{258234B1-CB09-BCA6-BAA3-30B6AF0BD702}"/>
              </a:ext>
            </a:extLst>
          </p:cNvPr>
          <p:cNvSpPr txBox="1"/>
          <p:nvPr/>
        </p:nvSpPr>
        <p:spPr>
          <a:xfrm>
            <a:off x="880844" y="5964572"/>
            <a:ext cx="9706062" cy="923330"/>
          </a:xfrm>
          <a:prstGeom prst="rect">
            <a:avLst/>
          </a:prstGeom>
          <a:noFill/>
        </p:spPr>
        <p:txBody>
          <a:bodyPr wrap="square" rtlCol="0">
            <a:spAutoFit/>
          </a:bodyPr>
          <a:lstStyle/>
          <a:p>
            <a:r>
              <a:rPr lang="en-US" dirty="0"/>
              <a:t>Among, all the tools network miner proved to be most effective because of its ability to extract and reconstruct files from network traffic in an easy and effective way and also provides practical solution for identifying key evidence from network traffic</a:t>
            </a:r>
          </a:p>
        </p:txBody>
      </p:sp>
    </p:spTree>
    <p:extLst>
      <p:ext uri="{BB962C8B-B14F-4D97-AF65-F5344CB8AC3E}">
        <p14:creationId xmlns:p14="http://schemas.microsoft.com/office/powerpoint/2010/main" val="3184955330"/>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0ABD10-0797-2387-965E-2F205F070A5F}"/>
              </a:ext>
            </a:extLst>
          </p:cNvPr>
          <p:cNvSpPr>
            <a:spLocks noGrp="1"/>
          </p:cNvSpPr>
          <p:nvPr>
            <p:ph type="title"/>
          </p:nvPr>
        </p:nvSpPr>
        <p:spPr/>
        <p:txBody>
          <a:bodyPr/>
          <a:lstStyle/>
          <a:p>
            <a:r>
              <a:rPr lang="en-US" dirty="0"/>
              <a:t>STRENGTHS,LIMITATIONS </a:t>
            </a:r>
            <a:r>
              <a:rPr lang="en-US"/>
              <a:t>AND WEAKNESSES</a:t>
            </a:r>
            <a:endParaRPr lang="en-US" dirty="0"/>
          </a:p>
        </p:txBody>
      </p:sp>
      <p:sp>
        <p:nvSpPr>
          <p:cNvPr id="3" name="Text Placeholder 2">
            <a:extLst>
              <a:ext uri="{FF2B5EF4-FFF2-40B4-BE49-F238E27FC236}">
                <a16:creationId xmlns:a16="http://schemas.microsoft.com/office/drawing/2014/main" id="{5F570767-5C7B-A93E-15B6-F7616B2DEFED}"/>
              </a:ext>
            </a:extLst>
          </p:cNvPr>
          <p:cNvSpPr>
            <a:spLocks noGrp="1"/>
          </p:cNvSpPr>
          <p:nvPr>
            <p:ph type="body" idx="1"/>
          </p:nvPr>
        </p:nvSpPr>
        <p:spPr/>
        <p:txBody>
          <a:bodyPr/>
          <a:lstStyle/>
          <a:p>
            <a:r>
              <a:rPr lang="en-US" dirty="0"/>
              <a:t>Strengths</a:t>
            </a:r>
          </a:p>
        </p:txBody>
      </p:sp>
      <p:sp>
        <p:nvSpPr>
          <p:cNvPr id="4" name="Text Placeholder 3">
            <a:extLst>
              <a:ext uri="{FF2B5EF4-FFF2-40B4-BE49-F238E27FC236}">
                <a16:creationId xmlns:a16="http://schemas.microsoft.com/office/drawing/2014/main" id="{BB3C8314-CBDA-DE43-F56E-675CBA9B6C34}"/>
              </a:ext>
            </a:extLst>
          </p:cNvPr>
          <p:cNvSpPr>
            <a:spLocks noGrp="1"/>
          </p:cNvSpPr>
          <p:nvPr>
            <p:ph type="body" sz="half" idx="15"/>
          </p:nvPr>
        </p:nvSpPr>
        <p:spPr/>
        <p:txBody>
          <a:bodyPr>
            <a:normAutofit/>
          </a:bodyPr>
          <a:lstStyle/>
          <a:p>
            <a:r>
              <a:rPr lang="en-US" b="1" dirty="0"/>
              <a:t>1. Fast and efficient evidence recovery</a:t>
            </a:r>
          </a:p>
          <a:p>
            <a:br>
              <a:rPr lang="en-US" b="1" dirty="0"/>
            </a:br>
            <a:r>
              <a:rPr lang="en-US" b="1" dirty="0"/>
              <a:t>2. Investigator-friendly interface</a:t>
            </a:r>
            <a:endParaRPr lang="en-US" dirty="0"/>
          </a:p>
          <a:p>
            <a:r>
              <a:rPr lang="en-US" b="1" dirty="0"/>
              <a:t>3. Passive and non-intrusive analysis (no data modification)</a:t>
            </a:r>
            <a:endParaRPr lang="en-US" dirty="0"/>
          </a:p>
          <a:p>
            <a:r>
              <a:rPr lang="en-US" b="1" dirty="0"/>
              <a:t>4. Ability to recover deleted or hidden data</a:t>
            </a:r>
          </a:p>
          <a:p>
            <a:endParaRPr lang="en-US" dirty="0"/>
          </a:p>
        </p:txBody>
      </p:sp>
      <p:sp>
        <p:nvSpPr>
          <p:cNvPr id="5" name="Text Placeholder 4">
            <a:extLst>
              <a:ext uri="{FF2B5EF4-FFF2-40B4-BE49-F238E27FC236}">
                <a16:creationId xmlns:a16="http://schemas.microsoft.com/office/drawing/2014/main" id="{5153208B-2CDE-7681-EA0D-FE354ADFEA51}"/>
              </a:ext>
            </a:extLst>
          </p:cNvPr>
          <p:cNvSpPr>
            <a:spLocks noGrp="1"/>
          </p:cNvSpPr>
          <p:nvPr>
            <p:ph type="body" sz="quarter" idx="3"/>
          </p:nvPr>
        </p:nvSpPr>
        <p:spPr/>
        <p:txBody>
          <a:bodyPr/>
          <a:lstStyle/>
          <a:p>
            <a:r>
              <a:rPr lang="en-US" dirty="0"/>
              <a:t>Limitations</a:t>
            </a:r>
          </a:p>
        </p:txBody>
      </p:sp>
      <p:sp>
        <p:nvSpPr>
          <p:cNvPr id="6" name="Text Placeholder 5">
            <a:extLst>
              <a:ext uri="{FF2B5EF4-FFF2-40B4-BE49-F238E27FC236}">
                <a16:creationId xmlns:a16="http://schemas.microsoft.com/office/drawing/2014/main" id="{603B3AA8-9FFA-3CAD-52C2-3FADA1137B17}"/>
              </a:ext>
            </a:extLst>
          </p:cNvPr>
          <p:cNvSpPr>
            <a:spLocks noGrp="1"/>
          </p:cNvSpPr>
          <p:nvPr>
            <p:ph type="body" sz="half" idx="16"/>
          </p:nvPr>
        </p:nvSpPr>
        <p:spPr/>
        <p:txBody>
          <a:bodyPr>
            <a:normAutofit fontScale="92500" lnSpcReduction="20000"/>
          </a:bodyPr>
          <a:lstStyle/>
          <a:p>
            <a:r>
              <a:rPr lang="en-US" b="1" dirty="0"/>
              <a:t>1. Detailed packaging inspection is limited compared to advanced tools</a:t>
            </a:r>
          </a:p>
          <a:p>
            <a:endParaRPr lang="en-US" dirty="0"/>
          </a:p>
          <a:p>
            <a:r>
              <a:rPr lang="en-US" b="1" dirty="0"/>
              <a:t>2. It may not be possible to fully decrypt encrypted or fragmented data.</a:t>
            </a:r>
            <a:br>
              <a:rPr lang="en-US" b="1" dirty="0"/>
            </a:br>
            <a:endParaRPr lang="en-US" dirty="0"/>
          </a:p>
          <a:p>
            <a:r>
              <a:rPr lang="en-US" b="1" dirty="0"/>
              <a:t>3. Depends on captured traffic or available logs</a:t>
            </a:r>
          </a:p>
          <a:p>
            <a:endParaRPr lang="en-US" dirty="0"/>
          </a:p>
          <a:p>
            <a:r>
              <a:rPr lang="en-US" b="1" dirty="0"/>
              <a:t>4. Not very effective for real-time monitoring.</a:t>
            </a:r>
          </a:p>
          <a:p>
            <a:endParaRPr lang="en-US" dirty="0"/>
          </a:p>
        </p:txBody>
      </p:sp>
      <p:sp>
        <p:nvSpPr>
          <p:cNvPr id="7" name="Text Placeholder 6">
            <a:extLst>
              <a:ext uri="{FF2B5EF4-FFF2-40B4-BE49-F238E27FC236}">
                <a16:creationId xmlns:a16="http://schemas.microsoft.com/office/drawing/2014/main" id="{03980ECE-6D09-0E1C-F413-F0D14089009B}"/>
              </a:ext>
            </a:extLst>
          </p:cNvPr>
          <p:cNvSpPr>
            <a:spLocks noGrp="1"/>
          </p:cNvSpPr>
          <p:nvPr>
            <p:ph type="body" sz="quarter" idx="13"/>
          </p:nvPr>
        </p:nvSpPr>
        <p:spPr/>
        <p:txBody>
          <a:bodyPr/>
          <a:lstStyle/>
          <a:p>
            <a:r>
              <a:rPr lang="en-US" dirty="0"/>
              <a:t>Weaknesses</a:t>
            </a:r>
          </a:p>
        </p:txBody>
      </p:sp>
      <p:sp>
        <p:nvSpPr>
          <p:cNvPr id="8" name="Text Placeholder 7">
            <a:extLst>
              <a:ext uri="{FF2B5EF4-FFF2-40B4-BE49-F238E27FC236}">
                <a16:creationId xmlns:a16="http://schemas.microsoft.com/office/drawing/2014/main" id="{2814C234-4382-C089-0CA7-C7436D945338}"/>
              </a:ext>
            </a:extLst>
          </p:cNvPr>
          <p:cNvSpPr>
            <a:spLocks noGrp="1"/>
          </p:cNvSpPr>
          <p:nvPr>
            <p:ph type="body" sz="half" idx="17"/>
          </p:nvPr>
        </p:nvSpPr>
        <p:spPr/>
        <p:txBody>
          <a:bodyPr>
            <a:normAutofit fontScale="92500" lnSpcReduction="10000"/>
          </a:bodyPr>
          <a:lstStyle/>
          <a:p>
            <a:r>
              <a:rPr lang="en-US" b="1" dirty="0"/>
              <a:t>1. It is impossible to analyze data that is not collected.</a:t>
            </a:r>
          </a:p>
          <a:p>
            <a:endParaRPr lang="en-US" dirty="0"/>
          </a:p>
          <a:p>
            <a:r>
              <a:rPr lang="en-US" b="1" dirty="0"/>
              <a:t>2. Limited support for complex network protocols</a:t>
            </a:r>
          </a:p>
          <a:p>
            <a:endParaRPr lang="en-US" dirty="0"/>
          </a:p>
          <a:p>
            <a:r>
              <a:rPr lang="en-US" b="1" dirty="0"/>
              <a:t>3.we might miss hidden or steganographic data.</a:t>
            </a:r>
          </a:p>
          <a:p>
            <a:endParaRPr lang="en-US" dirty="0"/>
          </a:p>
          <a:p>
            <a:r>
              <a:rPr lang="en-US" b="1" dirty="0"/>
              <a:t>4. Additional tools are required for full forensic analysis.</a:t>
            </a:r>
          </a:p>
          <a:p>
            <a:endParaRPr lang="en-US" dirty="0"/>
          </a:p>
        </p:txBody>
      </p:sp>
    </p:spTree>
    <p:extLst>
      <p:ext uri="{BB962C8B-B14F-4D97-AF65-F5344CB8AC3E}">
        <p14:creationId xmlns:p14="http://schemas.microsoft.com/office/powerpoint/2010/main" val="8671668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A7E5A-5120-C329-8E99-1D4448ED37D0}"/>
              </a:ext>
            </a:extLst>
          </p:cNvPr>
          <p:cNvSpPr>
            <a:spLocks noGrp="1"/>
          </p:cNvSpPr>
          <p:nvPr>
            <p:ph type="title"/>
          </p:nvPr>
        </p:nvSpPr>
        <p:spPr/>
        <p:txBody>
          <a:bodyPr>
            <a:normAutofit fontScale="90000"/>
          </a:bodyPr>
          <a:lstStyle/>
          <a:p>
            <a:pPr>
              <a:lnSpc>
                <a:spcPct val="90000"/>
              </a:lnSpc>
            </a:pPr>
            <a:r>
              <a:rPr lang="en-US" sz="2400" b="1" dirty="0">
                <a:solidFill>
                  <a:srgbClr val="EBEBEB"/>
                </a:solidFill>
              </a:rPr>
              <a:t>Improvements &amp; Evaluation</a:t>
            </a:r>
          </a:p>
          <a:p>
            <a:pPr>
              <a:lnSpc>
                <a:spcPct val="90000"/>
              </a:lnSpc>
            </a:pPr>
            <a:r>
              <a:rPr lang="en-US" sz="1600" dirty="0"/>
              <a:t>Future improvements may include encrypted traffic handling and intelligent anomaly detection</a:t>
            </a:r>
            <a:r>
              <a:rPr lang="en-US" sz="1400" dirty="0">
                <a:solidFill>
                  <a:srgbClr val="EBEBEB"/>
                </a:solidFill>
              </a:rPr>
              <a:t>.</a:t>
            </a:r>
          </a:p>
        </p:txBody>
      </p:sp>
      <p:graphicFrame>
        <p:nvGraphicFramePr>
          <p:cNvPr id="5" name="Content Placeholder 2">
            <a:extLst>
              <a:ext uri="{FF2B5EF4-FFF2-40B4-BE49-F238E27FC236}">
                <a16:creationId xmlns:a16="http://schemas.microsoft.com/office/drawing/2014/main" id="{16B6C017-EEEC-AFA2-06B1-9E7FD76CC16C}"/>
              </a:ext>
            </a:extLst>
          </p:cNvPr>
          <p:cNvGraphicFramePr>
            <a:graphicFrameLocks noGrp="1"/>
          </p:cNvGraphicFramePr>
          <p:nvPr>
            <p:ph idx="1"/>
            <p:extLst>
              <p:ext uri="{D42A27DB-BD31-4B8C-83A1-F6EECF244321}">
                <p14:modId xmlns:p14="http://schemas.microsoft.com/office/powerpoint/2010/main" val="838430700"/>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5363669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D816A0-9B83-6BF0-0D21-9BABE4A90F15}"/>
              </a:ext>
            </a:extLst>
          </p:cNvPr>
          <p:cNvSpPr>
            <a:spLocks noGrp="1"/>
          </p:cNvSpPr>
          <p:nvPr>
            <p:ph type="title"/>
          </p:nvPr>
        </p:nvSpPr>
        <p:spPr/>
        <p:txBody>
          <a:bodyPr>
            <a:normAutofit/>
          </a:bodyPr>
          <a:lstStyle/>
          <a:p>
            <a:r>
              <a:rPr lang="en-US" dirty="0">
                <a:solidFill>
                  <a:srgbClr val="EBEBEB"/>
                </a:solidFill>
              </a:rPr>
              <a:t>Conclusion</a:t>
            </a:r>
          </a:p>
        </p:txBody>
      </p:sp>
      <p:graphicFrame>
        <p:nvGraphicFramePr>
          <p:cNvPr id="5" name="Content Placeholder 2">
            <a:extLst>
              <a:ext uri="{FF2B5EF4-FFF2-40B4-BE49-F238E27FC236}">
                <a16:creationId xmlns:a16="http://schemas.microsoft.com/office/drawing/2014/main" id="{94D59FD4-C946-5640-EC03-A22178A1A1AC}"/>
              </a:ext>
            </a:extLst>
          </p:cNvPr>
          <p:cNvGraphicFramePr>
            <a:graphicFrameLocks noGrp="1"/>
          </p:cNvGraphicFramePr>
          <p:nvPr>
            <p:ph idx="1"/>
            <p:extLst>
              <p:ext uri="{D42A27DB-BD31-4B8C-83A1-F6EECF244321}">
                <p14:modId xmlns:p14="http://schemas.microsoft.com/office/powerpoint/2010/main" val="214012537"/>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361011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B756E-66E2-0FCD-F1B3-03C20819F807}"/>
              </a:ext>
            </a:extLst>
          </p:cNvPr>
          <p:cNvSpPr>
            <a:spLocks noGrp="1"/>
          </p:cNvSpPr>
          <p:nvPr>
            <p:ph type="title"/>
          </p:nvPr>
        </p:nvSpPr>
        <p:spPr/>
        <p:txBody>
          <a:bodyPr>
            <a:normAutofit/>
          </a:bodyPr>
          <a:lstStyle/>
          <a:p>
            <a:pPr>
              <a:lnSpc>
                <a:spcPct val="90000"/>
              </a:lnSpc>
            </a:pPr>
            <a:r>
              <a:rPr lang="en-US" sz="2000" b="1" dirty="0">
                <a:solidFill>
                  <a:srgbClr val="EBEBEB"/>
                </a:solidFill>
              </a:rPr>
              <a:t>REFERENCE</a:t>
            </a:r>
          </a:p>
          <a:p>
            <a:pPr>
              <a:lnSpc>
                <a:spcPct val="90000"/>
              </a:lnSpc>
            </a:pPr>
            <a:endParaRPr lang="en-US" sz="1400" dirty="0">
              <a:solidFill>
                <a:srgbClr val="EBEBEB"/>
              </a:solidFill>
            </a:endParaRPr>
          </a:p>
        </p:txBody>
      </p:sp>
      <p:graphicFrame>
        <p:nvGraphicFramePr>
          <p:cNvPr id="5" name="Content Placeholder 2">
            <a:extLst>
              <a:ext uri="{FF2B5EF4-FFF2-40B4-BE49-F238E27FC236}">
                <a16:creationId xmlns:a16="http://schemas.microsoft.com/office/drawing/2014/main" id="{6A761CC1-A5D4-391D-0C07-FE7FB54FBA66}"/>
              </a:ext>
            </a:extLst>
          </p:cNvPr>
          <p:cNvGraphicFramePr>
            <a:graphicFrameLocks noGrp="1"/>
          </p:cNvGraphicFramePr>
          <p:nvPr>
            <p:ph idx="1"/>
            <p:extLst>
              <p:ext uri="{D42A27DB-BD31-4B8C-83A1-F6EECF244321}">
                <p14:modId xmlns:p14="http://schemas.microsoft.com/office/powerpoint/2010/main" val="1096733016"/>
              </p:ext>
            </p:extLst>
          </p:nvPr>
        </p:nvGraphicFramePr>
        <p:xfrm>
          <a:off x="1286934" y="2925232"/>
          <a:ext cx="9625383" cy="30864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11686839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A3AB87EF-B655-4FFF-8D05-F333AD7F2789}"/>
    </a:ext>
  </a:extLst>
</a:theme>
</file>

<file path=docProps/app.xml><?xml version="1.0" encoding="utf-8"?>
<Properties xmlns="http://schemas.openxmlformats.org/officeDocument/2006/extended-properties" xmlns:vt="http://schemas.openxmlformats.org/officeDocument/2006/docPropsVTypes">
  <Template/>
  <TotalTime>217</TotalTime>
  <Words>1000</Words>
  <Application>Microsoft Office PowerPoint</Application>
  <PresentationFormat>Widescreen</PresentationFormat>
  <Paragraphs>120</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Century Gothic</vt:lpstr>
      <vt:lpstr>Wingdings 3</vt:lpstr>
      <vt:lpstr>Ion Boardroom</vt:lpstr>
      <vt:lpstr>Digital Forensic Analysis Using NetworkMiner</vt:lpstr>
      <vt:lpstr>Introduction to Digital Forensics Focuses on uncovering hidden network evidence when system data is unavailable.</vt:lpstr>
      <vt:lpstr>Overview of Network Miner Acts passively, ensuring that the original evidence remains intact.</vt:lpstr>
      <vt:lpstr>Purpose and Applicability</vt:lpstr>
      <vt:lpstr>How the Tool Works </vt:lpstr>
      <vt:lpstr>Core Features</vt:lpstr>
      <vt:lpstr>Case Study Scenario  Unusual activity identified during non-operational hours (e.g., early morning traffic spike).</vt:lpstr>
      <vt:lpstr>Investigation Approach Tracked external connections to identify suspicious endpoints.</vt:lpstr>
      <vt:lpstr>Tool Demonstration  PCAP files were analyzed using Network Miner to identify communications between internal hosts and external servers. The scan revealed file transfer activity, indicating a potential data breach. </vt:lpstr>
      <vt:lpstr>Findings and Evidence The recovered session indicated a possible unauthorized file transfer to an external system..</vt:lpstr>
      <vt:lpstr>Forensic Interpretation The observed trends are consistent with indicators of compromise, such as unusual timing and data flows.</vt:lpstr>
      <vt:lpstr>Comparison with Alternatives </vt:lpstr>
      <vt:lpstr>STRENGTHS,LIMITATIONS AND WEAKNESSES</vt:lpstr>
      <vt:lpstr>Improvements &amp; Evaluation Future improvements may include encrypted traffic handling and intelligent anomaly detection.</vt:lpstr>
      <vt:lpstr>Conclusion</vt:lpstr>
      <vt:lpstr>REFERENCE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Bhawana Dhamala</dc:creator>
  <cp:lastModifiedBy>Bhawana Dhamala</cp:lastModifiedBy>
  <cp:revision>38</cp:revision>
  <dcterms:created xsi:type="dcterms:W3CDTF">2026-04-04T12:52:08Z</dcterms:created>
  <dcterms:modified xsi:type="dcterms:W3CDTF">2026-04-24T07:37:47Z</dcterms:modified>
</cp:coreProperties>
</file>